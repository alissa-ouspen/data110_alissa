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44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942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875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82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054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96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403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69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88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08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823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25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095162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75148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7351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3934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055732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910088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9235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7020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7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7244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68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0955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5240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6394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2596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388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6F59BDEC-77CC-A342-AD24-B13DCCA807FE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165503B2-06EC-FA4E-8244-7D5DAC25D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69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  <p:sldLayoutId id="2147483780" r:id="rId18"/>
    <p:sldLayoutId id="2147483781" r:id="rId19"/>
    <p:sldLayoutId id="2147483782" r:id="rId20"/>
    <p:sldLayoutId id="2147483783" r:id="rId21"/>
    <p:sldLayoutId id="2147483784" r:id="rId22"/>
    <p:sldLayoutId id="2147483785" r:id="rId23"/>
    <p:sldLayoutId id="2147483786" r:id="rId24"/>
    <p:sldLayoutId id="2147483787" r:id="rId25"/>
    <p:sldLayoutId id="2147483788" r:id="rId26"/>
    <p:sldLayoutId id="2147483789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D69E-5616-773B-41D6-8588CF78EC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AA8659-6ECA-212D-113C-5541319575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Alissa Ouspenskaia</a:t>
            </a:r>
          </a:p>
        </p:txBody>
      </p:sp>
    </p:spTree>
    <p:extLst>
      <p:ext uri="{BB962C8B-B14F-4D97-AF65-F5344CB8AC3E}">
        <p14:creationId xmlns:p14="http://schemas.microsoft.com/office/powerpoint/2010/main" val="1631331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42455B7-AC97-EAC1-0816-7CEF95362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372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587-BCEA-ECF3-EDCA-2890B7B37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37087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7</TotalTime>
  <Words>2</Words>
  <Application>Microsoft Macintosh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Neue Haas Grotesk Text Pro</vt:lpstr>
      <vt:lpstr>Dune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Ouspenskaia, Alissa I</dc:creator>
  <cp:lastModifiedBy>Ouspenskaia, Alissa I</cp:lastModifiedBy>
  <cp:revision>2</cp:revision>
  <dcterms:created xsi:type="dcterms:W3CDTF">2026-10-28T18:12:05Z</dcterms:created>
  <dcterms:modified xsi:type="dcterms:W3CDTF">2026-10-28T18:20:00Z</dcterms:modified>
</cp:coreProperties>
</file>