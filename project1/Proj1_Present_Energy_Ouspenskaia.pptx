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62" r:id="rId1"/>
  </p:sldMasterIdLst>
  <p:notesMasterIdLst>
    <p:notesMasterId r:id="rId17"/>
  </p:notesMasterIdLst>
  <p:sldIdLst>
    <p:sldId id="256" r:id="rId2"/>
    <p:sldId id="258" r:id="rId3"/>
    <p:sldId id="259" r:id="rId4"/>
    <p:sldId id="261" r:id="rId5"/>
    <p:sldId id="264" r:id="rId6"/>
    <p:sldId id="270" r:id="rId7"/>
    <p:sldId id="265" r:id="rId8"/>
    <p:sldId id="269" r:id="rId9"/>
    <p:sldId id="266" r:id="rId10"/>
    <p:sldId id="267" r:id="rId11"/>
    <p:sldId id="262" r:id="rId12"/>
    <p:sldId id="271" r:id="rId13"/>
    <p:sldId id="272" r:id="rId14"/>
    <p:sldId id="260" r:id="rId15"/>
    <p:sldId id="263"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6891"/>
  </p:normalViewPr>
  <p:slideViewPr>
    <p:cSldViewPr snapToGrid="0">
      <p:cViewPr varScale="1">
        <p:scale>
          <a:sx n="112" d="100"/>
          <a:sy n="112" d="100"/>
        </p:scale>
        <p:origin x="1120" y="200"/>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6A4829-75DB-8043-86C0-4BF09ABC0866}" type="datetimeFigureOut">
              <a:rPr lang="en-US" smtClean="0"/>
              <a:t>10/28/26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3F17CF-9CB7-1F41-9F3B-9D2A483692EC}" type="slidenum">
              <a:rPr lang="en-US" smtClean="0"/>
              <a:t>‹#›</a:t>
            </a:fld>
            <a:endParaRPr lang="en-US"/>
          </a:p>
        </p:txBody>
      </p:sp>
    </p:spTree>
    <p:extLst>
      <p:ext uri="{BB962C8B-B14F-4D97-AF65-F5344CB8AC3E}">
        <p14:creationId xmlns:p14="http://schemas.microsoft.com/office/powerpoint/2010/main" val="246278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33F17CF-9CB7-1F41-9F3B-9D2A483692EC}" type="slidenum">
              <a:rPr lang="en-US" smtClean="0"/>
              <a:t>1</a:t>
            </a:fld>
            <a:endParaRPr lang="en-US"/>
          </a:p>
        </p:txBody>
      </p:sp>
    </p:spTree>
    <p:extLst>
      <p:ext uri="{BB962C8B-B14F-4D97-AF65-F5344CB8AC3E}">
        <p14:creationId xmlns:p14="http://schemas.microsoft.com/office/powerpoint/2010/main" val="16136396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800" b="0" i="0" u="none" strike="noStrike" baseline="0" dirty="0">
                <a:solidFill>
                  <a:srgbClr val="E3E3E3"/>
                </a:solidFill>
                <a:effectLst/>
                <a:latin typeface="Google Sans Text"/>
              </a:rPr>
              <a:t>Measuring and comparing a building’s energy use to similar buildings, past consumption, </a:t>
            </a:r>
          </a:p>
          <a:p>
            <a:pPr marL="0" marR="0" indent="0" algn="l" defTabSz="914400" rtl="0" eaLnBrk="1" fontAlgn="auto" latinLnBrk="0" hangingPunct="1">
              <a:lnSpc>
                <a:spcPct val="100000"/>
              </a:lnSpc>
              <a:spcBef>
                <a:spcPts val="0"/>
              </a:spcBef>
              <a:spcAft>
                <a:spcPts val="0"/>
              </a:spcAft>
              <a:buClrTx/>
              <a:buSzTx/>
              <a:buFontTx/>
              <a:buNone/>
              <a:tabLst/>
              <a:defRPr/>
            </a:pPr>
            <a:r>
              <a:rPr lang="en-US" sz="2800" b="0" i="0" u="none" strike="noStrike" baseline="0" dirty="0">
                <a:solidFill>
                  <a:srgbClr val="E3E3E3"/>
                </a:solidFill>
                <a:effectLst/>
                <a:latin typeface="Google Sans Text"/>
              </a:rPr>
              <a:t>or a reference performance level.</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2800" baseline="0" dirty="0"/>
          </a:p>
        </p:txBody>
      </p:sp>
      <p:sp>
        <p:nvSpPr>
          <p:cNvPr id="4" name="Slide Number Placeholder 3"/>
          <p:cNvSpPr>
            <a:spLocks noGrp="1"/>
          </p:cNvSpPr>
          <p:nvPr>
            <p:ph type="sldNum" sz="quarter" idx="5"/>
          </p:nvPr>
        </p:nvSpPr>
        <p:spPr/>
        <p:txBody>
          <a:bodyPr/>
          <a:lstStyle/>
          <a:p>
            <a:fld id="{433F17CF-9CB7-1F41-9F3B-9D2A483692EC}" type="slidenum">
              <a:rPr lang="en-US" smtClean="0"/>
              <a:t>3</a:t>
            </a:fld>
            <a:endParaRPr lang="en-US"/>
          </a:p>
        </p:txBody>
      </p:sp>
    </p:spTree>
    <p:extLst>
      <p:ext uri="{BB962C8B-B14F-4D97-AF65-F5344CB8AC3E}">
        <p14:creationId xmlns:p14="http://schemas.microsoft.com/office/powerpoint/2010/main" val="21760108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800" dirty="0"/>
              <a:t>Entries had missing ID numbers and addresses, but most had electricity use,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800" dirty="0"/>
              <a:t>floor area, and Total GHG Emissions</a:t>
            </a:r>
          </a:p>
          <a:p>
            <a:endParaRPr lang="en-US" dirty="0"/>
          </a:p>
        </p:txBody>
      </p:sp>
      <p:sp>
        <p:nvSpPr>
          <p:cNvPr id="4" name="Slide Number Placeholder 3"/>
          <p:cNvSpPr>
            <a:spLocks noGrp="1"/>
          </p:cNvSpPr>
          <p:nvPr>
            <p:ph type="sldNum" sz="quarter" idx="5"/>
          </p:nvPr>
        </p:nvSpPr>
        <p:spPr/>
        <p:txBody>
          <a:bodyPr/>
          <a:lstStyle/>
          <a:p>
            <a:fld id="{433F17CF-9CB7-1F41-9F3B-9D2A483692EC}" type="slidenum">
              <a:rPr lang="en-US" smtClean="0"/>
              <a:t>4</a:t>
            </a:fld>
            <a:endParaRPr lang="en-US"/>
          </a:p>
        </p:txBody>
      </p:sp>
    </p:spTree>
    <p:extLst>
      <p:ext uri="{BB962C8B-B14F-4D97-AF65-F5344CB8AC3E}">
        <p14:creationId xmlns:p14="http://schemas.microsoft.com/office/powerpoint/2010/main" val="10476910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81B58-F2C0-5F64-297C-0DE2E14A1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36CA9B-9882-EAEC-F1BB-F0611BDC2B2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7DABCC8-A7D4-0158-1A3F-146D53CBF8B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kern="1200" dirty="0">
                <a:solidFill>
                  <a:schemeClr val="tx1"/>
                </a:solidFill>
                <a:effectLst/>
                <a:latin typeface="+mn-lt"/>
                <a:ea typeface="+mn-ea"/>
                <a:cs typeface="+mn-cs"/>
              </a:rPr>
              <a:t>Note NaN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kern="1200" dirty="0">
                <a:solidFill>
                  <a:schemeClr val="tx1"/>
                </a:solidFill>
                <a:effectLst/>
                <a:latin typeface="+mn-lt"/>
                <a:ea typeface="+mn-ea"/>
                <a:cs typeface="+mn-cs"/>
              </a:rPr>
              <a:t>Other: supermarket or grocery store, retail store, senior living community,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b="0" kern="1200" dirty="0">
                <a:solidFill>
                  <a:schemeClr val="tx1"/>
                </a:solidFill>
                <a:effectLst/>
                <a:latin typeface="+mn-lt"/>
                <a:ea typeface="+mn-ea"/>
                <a:cs typeface="+mn-cs"/>
              </a:rPr>
              <a:t>car dealership, mixed use property, laboratory, strip mall</a:t>
            </a:r>
          </a:p>
          <a:p>
            <a:endParaRPr lang="en-US" dirty="0"/>
          </a:p>
        </p:txBody>
      </p:sp>
      <p:sp>
        <p:nvSpPr>
          <p:cNvPr id="4" name="Slide Number Placeholder 3">
            <a:extLst>
              <a:ext uri="{FF2B5EF4-FFF2-40B4-BE49-F238E27FC236}">
                <a16:creationId xmlns:a16="http://schemas.microsoft.com/office/drawing/2014/main" id="{D9789977-CF80-83E4-5426-4E6624C14130}"/>
              </a:ext>
            </a:extLst>
          </p:cNvPr>
          <p:cNvSpPr>
            <a:spLocks noGrp="1"/>
          </p:cNvSpPr>
          <p:nvPr>
            <p:ph type="sldNum" sz="quarter" idx="5"/>
          </p:nvPr>
        </p:nvSpPr>
        <p:spPr/>
        <p:txBody>
          <a:bodyPr/>
          <a:lstStyle/>
          <a:p>
            <a:fld id="{433F17CF-9CB7-1F41-9F3B-9D2A483692EC}" type="slidenum">
              <a:rPr lang="en-US" smtClean="0"/>
              <a:t>5</a:t>
            </a:fld>
            <a:endParaRPr lang="en-US"/>
          </a:p>
        </p:txBody>
      </p:sp>
    </p:spTree>
    <p:extLst>
      <p:ext uri="{BB962C8B-B14F-4D97-AF65-F5344CB8AC3E}">
        <p14:creationId xmlns:p14="http://schemas.microsoft.com/office/powerpoint/2010/main" val="11997204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B6714-2614-03CA-F8EA-8D68C004F5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C2F13-0E02-E455-7D7D-4B078092AD8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A9533F-8C91-DD49-0CED-086AE0451D1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Energy Star: 1–100 score, which rates energy performance in comparison to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similar buildings across the country</a:t>
            </a:r>
          </a:p>
          <a:p>
            <a:endParaRPr lang="en-US" dirty="0"/>
          </a:p>
        </p:txBody>
      </p:sp>
      <p:sp>
        <p:nvSpPr>
          <p:cNvPr id="4" name="Slide Number Placeholder 3">
            <a:extLst>
              <a:ext uri="{FF2B5EF4-FFF2-40B4-BE49-F238E27FC236}">
                <a16:creationId xmlns:a16="http://schemas.microsoft.com/office/drawing/2014/main" id="{5089EDCE-B8FA-0803-53D8-4482E6A54600}"/>
              </a:ext>
            </a:extLst>
          </p:cNvPr>
          <p:cNvSpPr>
            <a:spLocks noGrp="1"/>
          </p:cNvSpPr>
          <p:nvPr>
            <p:ph type="sldNum" sz="quarter" idx="5"/>
          </p:nvPr>
        </p:nvSpPr>
        <p:spPr/>
        <p:txBody>
          <a:bodyPr/>
          <a:lstStyle/>
          <a:p>
            <a:fld id="{433F17CF-9CB7-1F41-9F3B-9D2A483692EC}" type="slidenum">
              <a:rPr lang="en-US" smtClean="0"/>
              <a:t>6</a:t>
            </a:fld>
            <a:endParaRPr lang="en-US"/>
          </a:p>
        </p:txBody>
      </p:sp>
    </p:spTree>
    <p:extLst>
      <p:ext uri="{BB962C8B-B14F-4D97-AF65-F5344CB8AC3E}">
        <p14:creationId xmlns:p14="http://schemas.microsoft.com/office/powerpoint/2010/main" val="19151965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3076F-B399-E750-32E6-26FDD43E8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341C61-190B-EA02-16CB-27F99A7BBA2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B8EC9B8-D46C-45A6-EA38-630A298479B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Top 4 not counting “other” and NaN</a:t>
            </a:r>
          </a:p>
          <a:p>
            <a:endParaRPr lang="en-US" dirty="0"/>
          </a:p>
        </p:txBody>
      </p:sp>
      <p:sp>
        <p:nvSpPr>
          <p:cNvPr id="4" name="Slide Number Placeholder 3">
            <a:extLst>
              <a:ext uri="{FF2B5EF4-FFF2-40B4-BE49-F238E27FC236}">
                <a16:creationId xmlns:a16="http://schemas.microsoft.com/office/drawing/2014/main" id="{CC06AF48-692B-7D9D-854D-997E0371576B}"/>
              </a:ext>
            </a:extLst>
          </p:cNvPr>
          <p:cNvSpPr>
            <a:spLocks noGrp="1"/>
          </p:cNvSpPr>
          <p:nvPr>
            <p:ph type="sldNum" sz="quarter" idx="5"/>
          </p:nvPr>
        </p:nvSpPr>
        <p:spPr/>
        <p:txBody>
          <a:bodyPr/>
          <a:lstStyle/>
          <a:p>
            <a:fld id="{433F17CF-9CB7-1F41-9F3B-9D2A483692EC}" type="slidenum">
              <a:rPr lang="en-US" smtClean="0"/>
              <a:t>7</a:t>
            </a:fld>
            <a:endParaRPr lang="en-US"/>
          </a:p>
        </p:txBody>
      </p:sp>
    </p:spTree>
    <p:extLst>
      <p:ext uri="{BB962C8B-B14F-4D97-AF65-F5344CB8AC3E}">
        <p14:creationId xmlns:p14="http://schemas.microsoft.com/office/powerpoint/2010/main" val="41089116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41419-057A-315C-BAA0-7AD719E05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7AB532-9254-A724-5F7A-FACE3476344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8727C8-CCC9-7DE9-EED4-6B7DAFA6306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Note that we need to add 6 or 7 zeros to the numbers.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Now will zoom in on the bottom– left corner for a better look.</a:t>
            </a:r>
          </a:p>
          <a:p>
            <a:endParaRPr lang="en-US" dirty="0"/>
          </a:p>
        </p:txBody>
      </p:sp>
      <p:sp>
        <p:nvSpPr>
          <p:cNvPr id="4" name="Slide Number Placeholder 3">
            <a:extLst>
              <a:ext uri="{FF2B5EF4-FFF2-40B4-BE49-F238E27FC236}">
                <a16:creationId xmlns:a16="http://schemas.microsoft.com/office/drawing/2014/main" id="{DC433C83-9FCB-FFF0-DB0E-BF8783D611AF}"/>
              </a:ext>
            </a:extLst>
          </p:cNvPr>
          <p:cNvSpPr>
            <a:spLocks noGrp="1"/>
          </p:cNvSpPr>
          <p:nvPr>
            <p:ph type="sldNum" sz="quarter" idx="5"/>
          </p:nvPr>
        </p:nvSpPr>
        <p:spPr/>
        <p:txBody>
          <a:bodyPr/>
          <a:lstStyle/>
          <a:p>
            <a:fld id="{433F17CF-9CB7-1F41-9F3B-9D2A483692EC}" type="slidenum">
              <a:rPr lang="en-US" smtClean="0"/>
              <a:t>8</a:t>
            </a:fld>
            <a:endParaRPr lang="en-US"/>
          </a:p>
        </p:txBody>
      </p:sp>
    </p:spTree>
    <p:extLst>
      <p:ext uri="{BB962C8B-B14F-4D97-AF65-F5344CB8AC3E}">
        <p14:creationId xmlns:p14="http://schemas.microsoft.com/office/powerpoint/2010/main" val="32198527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455B3-56E9-30A6-8B3E-7527E27BF1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A62415-9642-A50F-4A7A-69FCA3A3FAA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764C5C8-6EA7-039A-6306-072AABF89EF4}"/>
              </a:ext>
            </a:extLst>
          </p:cNvPr>
          <p:cNvSpPr>
            <a:spLocks noGrp="1"/>
          </p:cNvSpPr>
          <p:nvPr>
            <p:ph type="body" idx="1"/>
          </p:nvPr>
        </p:nvSpPr>
        <p:spPr/>
        <p:txBody>
          <a:bodyPr/>
          <a:lstStyle/>
          <a:p>
            <a:r>
              <a:rPr lang="en-US" sz="2400" dirty="0"/>
              <a:t>Electricity use by floor area, zoomed – in bottom left corner</a:t>
            </a:r>
          </a:p>
        </p:txBody>
      </p:sp>
      <p:sp>
        <p:nvSpPr>
          <p:cNvPr id="4" name="Slide Number Placeholder 3">
            <a:extLst>
              <a:ext uri="{FF2B5EF4-FFF2-40B4-BE49-F238E27FC236}">
                <a16:creationId xmlns:a16="http://schemas.microsoft.com/office/drawing/2014/main" id="{F3A75914-7C41-9522-01EE-911D2D39F112}"/>
              </a:ext>
            </a:extLst>
          </p:cNvPr>
          <p:cNvSpPr>
            <a:spLocks noGrp="1"/>
          </p:cNvSpPr>
          <p:nvPr>
            <p:ph type="sldNum" sz="quarter" idx="5"/>
          </p:nvPr>
        </p:nvSpPr>
        <p:spPr/>
        <p:txBody>
          <a:bodyPr/>
          <a:lstStyle/>
          <a:p>
            <a:fld id="{433F17CF-9CB7-1F41-9F3B-9D2A483692EC}" type="slidenum">
              <a:rPr lang="en-US" smtClean="0"/>
              <a:t>9</a:t>
            </a:fld>
            <a:endParaRPr lang="en-US"/>
          </a:p>
        </p:txBody>
      </p:sp>
    </p:spTree>
    <p:extLst>
      <p:ext uri="{BB962C8B-B14F-4D97-AF65-F5344CB8AC3E}">
        <p14:creationId xmlns:p14="http://schemas.microsoft.com/office/powerpoint/2010/main" val="11659650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4D68D-1DA8-5F41-6745-89703CD34B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E4F896-C6B8-F4B8-C975-289106CD7F6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368D968-2D3B-644E-2E8C-AB0A673A97D6}"/>
              </a:ext>
            </a:extLst>
          </p:cNvPr>
          <p:cNvSpPr>
            <a:spLocks noGrp="1"/>
          </p:cNvSpPr>
          <p:nvPr>
            <p:ph type="body" idx="1"/>
          </p:nvPr>
        </p:nvSpPr>
        <p:spPr/>
        <p:txBody>
          <a:bodyPr/>
          <a:lstStyle/>
          <a:p>
            <a:r>
              <a:rPr lang="en-US" sz="2400" dirty="0"/>
              <a:t>The British thermal unit (Btu) is a unit of measure of heat.  </a:t>
            </a:r>
          </a:p>
          <a:p>
            <a:endParaRPr lang="en-US" dirty="0"/>
          </a:p>
        </p:txBody>
      </p:sp>
      <p:sp>
        <p:nvSpPr>
          <p:cNvPr id="4" name="Slide Number Placeholder 3">
            <a:extLst>
              <a:ext uri="{FF2B5EF4-FFF2-40B4-BE49-F238E27FC236}">
                <a16:creationId xmlns:a16="http://schemas.microsoft.com/office/drawing/2014/main" id="{AF7131A2-9F55-3AE3-D0C0-E5B29A651238}"/>
              </a:ext>
            </a:extLst>
          </p:cNvPr>
          <p:cNvSpPr>
            <a:spLocks noGrp="1"/>
          </p:cNvSpPr>
          <p:nvPr>
            <p:ph type="sldNum" sz="quarter" idx="5"/>
          </p:nvPr>
        </p:nvSpPr>
        <p:spPr/>
        <p:txBody>
          <a:bodyPr/>
          <a:lstStyle/>
          <a:p>
            <a:fld id="{433F17CF-9CB7-1F41-9F3B-9D2A483692EC}" type="slidenum">
              <a:rPr lang="en-US" smtClean="0"/>
              <a:t>10</a:t>
            </a:fld>
            <a:endParaRPr lang="en-US"/>
          </a:p>
        </p:txBody>
      </p:sp>
    </p:spTree>
    <p:extLst>
      <p:ext uri="{BB962C8B-B14F-4D97-AF65-F5344CB8AC3E}">
        <p14:creationId xmlns:p14="http://schemas.microsoft.com/office/powerpoint/2010/main" val="42419863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E1214-5F3E-9995-79BE-E6910CE01A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748E3D-8485-A512-4944-E95C45EA185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2EAF338-312B-2C77-D02A-B086C3AEBDD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800" dirty="0"/>
              <a:t>Surprising finding (or lack thereof):</a:t>
            </a:r>
          </a:p>
        </p:txBody>
      </p:sp>
      <p:sp>
        <p:nvSpPr>
          <p:cNvPr id="4" name="Slide Number Placeholder 3">
            <a:extLst>
              <a:ext uri="{FF2B5EF4-FFF2-40B4-BE49-F238E27FC236}">
                <a16:creationId xmlns:a16="http://schemas.microsoft.com/office/drawing/2014/main" id="{C69737AA-B41B-5DCC-44C0-A16D648C25FF}"/>
              </a:ext>
            </a:extLst>
          </p:cNvPr>
          <p:cNvSpPr>
            <a:spLocks noGrp="1"/>
          </p:cNvSpPr>
          <p:nvPr>
            <p:ph type="sldNum" sz="quarter" idx="5"/>
          </p:nvPr>
        </p:nvSpPr>
        <p:spPr/>
        <p:txBody>
          <a:bodyPr/>
          <a:lstStyle/>
          <a:p>
            <a:fld id="{433F17CF-9CB7-1F41-9F3B-9D2A483692EC}" type="slidenum">
              <a:rPr lang="en-US" smtClean="0"/>
              <a:t>11</a:t>
            </a:fld>
            <a:endParaRPr lang="en-US"/>
          </a:p>
        </p:txBody>
      </p:sp>
    </p:spTree>
    <p:extLst>
      <p:ext uri="{BB962C8B-B14F-4D97-AF65-F5344CB8AC3E}">
        <p14:creationId xmlns:p14="http://schemas.microsoft.com/office/powerpoint/2010/main" val="1105926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C07FA-8AE5-E9F6-1069-145D0D9666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8B54F5-C0AB-D143-AE1E-BF0C50E647F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30A196C-2C81-A3A0-2EF7-1981F81B37F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t>Building age vs. Total GHG emissions – a little correlation</a:t>
            </a:r>
          </a:p>
          <a:p>
            <a:r>
              <a:rPr lang="en-US" sz="2400" dirty="0"/>
              <a:t>Building age vs. ENERGY STAR score</a:t>
            </a:r>
          </a:p>
          <a:p>
            <a:r>
              <a:rPr lang="en-US" sz="2400" dirty="0"/>
              <a:t>ENERGY STAR score vs. Total GHG emissions</a:t>
            </a:r>
          </a:p>
          <a:p>
            <a:endParaRPr lang="en-US" dirty="0"/>
          </a:p>
        </p:txBody>
      </p:sp>
      <p:sp>
        <p:nvSpPr>
          <p:cNvPr id="4" name="Slide Number Placeholder 3">
            <a:extLst>
              <a:ext uri="{FF2B5EF4-FFF2-40B4-BE49-F238E27FC236}">
                <a16:creationId xmlns:a16="http://schemas.microsoft.com/office/drawing/2014/main" id="{A8B4F0A0-381B-0EA6-C4C3-C0B8729E15CC}"/>
              </a:ext>
            </a:extLst>
          </p:cNvPr>
          <p:cNvSpPr>
            <a:spLocks noGrp="1"/>
          </p:cNvSpPr>
          <p:nvPr>
            <p:ph type="sldNum" sz="quarter" idx="5"/>
          </p:nvPr>
        </p:nvSpPr>
        <p:spPr/>
        <p:txBody>
          <a:bodyPr/>
          <a:lstStyle/>
          <a:p>
            <a:fld id="{433F17CF-9CB7-1F41-9F3B-9D2A483692EC}" type="slidenum">
              <a:rPr lang="en-US" smtClean="0"/>
              <a:t>12</a:t>
            </a:fld>
            <a:endParaRPr lang="en-US"/>
          </a:p>
        </p:txBody>
      </p:sp>
    </p:spTree>
    <p:extLst>
      <p:ext uri="{BB962C8B-B14F-4D97-AF65-F5344CB8AC3E}">
        <p14:creationId xmlns:p14="http://schemas.microsoft.com/office/powerpoint/2010/main" val="37966681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76ABE-6ABC-DE4D-97F5-42A6D41FC8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E9C783-E0DE-C92E-BCCA-04BC44D7760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012D916-E139-2405-F69B-1119D10CB2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AEB131F-72CD-995C-8CEA-AC6F94DBD9A3}"/>
              </a:ext>
            </a:extLst>
          </p:cNvPr>
          <p:cNvSpPr>
            <a:spLocks noGrp="1"/>
          </p:cNvSpPr>
          <p:nvPr>
            <p:ph type="sldNum" sz="quarter" idx="5"/>
          </p:nvPr>
        </p:nvSpPr>
        <p:spPr/>
        <p:txBody>
          <a:bodyPr/>
          <a:lstStyle/>
          <a:p>
            <a:fld id="{433F17CF-9CB7-1F41-9F3B-9D2A483692EC}" type="slidenum">
              <a:rPr lang="en-US" smtClean="0"/>
              <a:t>13</a:t>
            </a:fld>
            <a:endParaRPr lang="en-US"/>
          </a:p>
        </p:txBody>
      </p:sp>
    </p:spTree>
    <p:extLst>
      <p:ext uri="{BB962C8B-B14F-4D97-AF65-F5344CB8AC3E}">
        <p14:creationId xmlns:p14="http://schemas.microsoft.com/office/powerpoint/2010/main" val="25773320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33F17CF-9CB7-1F41-9F3B-9D2A483692EC}" type="slidenum">
              <a:rPr lang="en-US" smtClean="0"/>
              <a:t>14</a:t>
            </a:fld>
            <a:endParaRPr lang="en-US"/>
          </a:p>
        </p:txBody>
      </p:sp>
    </p:spTree>
    <p:extLst>
      <p:ext uri="{BB962C8B-B14F-4D97-AF65-F5344CB8AC3E}">
        <p14:creationId xmlns:p14="http://schemas.microsoft.com/office/powerpoint/2010/main" val="33538205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E6ABC-25EA-83F5-C2E5-D51BD39A99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D8DD14-301C-7BC0-08A5-D3346DC24E5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BBE2E3C-2D4D-F044-A5C4-C00E6858E4E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82A0D8-AB80-56E6-1EA0-8F97654EFEA7}"/>
              </a:ext>
            </a:extLst>
          </p:cNvPr>
          <p:cNvSpPr>
            <a:spLocks noGrp="1"/>
          </p:cNvSpPr>
          <p:nvPr>
            <p:ph type="sldNum" sz="quarter" idx="5"/>
          </p:nvPr>
        </p:nvSpPr>
        <p:spPr/>
        <p:txBody>
          <a:bodyPr/>
          <a:lstStyle/>
          <a:p>
            <a:fld id="{433F17CF-9CB7-1F41-9F3B-9D2A483692EC}" type="slidenum">
              <a:rPr lang="en-US" smtClean="0"/>
              <a:t>15</a:t>
            </a:fld>
            <a:endParaRPr lang="en-US"/>
          </a:p>
        </p:txBody>
      </p:sp>
    </p:spTree>
    <p:extLst>
      <p:ext uri="{BB962C8B-B14F-4D97-AF65-F5344CB8AC3E}">
        <p14:creationId xmlns:p14="http://schemas.microsoft.com/office/powerpoint/2010/main" val="46769357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82880" y="5176159"/>
            <a:ext cx="11640312" cy="845493"/>
          </a:xfrm>
        </p:spPr>
        <p:txBody>
          <a:bodyPr vert="horz" lIns="91440" tIns="45720" rIns="91440" bIns="45720" rtlCol="0" anchor="b">
            <a:normAutofit/>
          </a:bodyPr>
          <a:lstStyle>
            <a:lvl1pPr>
              <a:defRPr lang="en-US" sz="44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10313" y="5980176"/>
            <a:ext cx="11612880" cy="530352"/>
          </a:xfrm>
        </p:spPr>
        <p:txBody>
          <a:bodyPr vert="horz" lIns="91440" tIns="45720" rIns="91440" bIns="45720" rtlCol="0">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10" name="Picture Placeholder 9">
            <a:extLst>
              <a:ext uri="{FF2B5EF4-FFF2-40B4-BE49-F238E27FC236}">
                <a16:creationId xmlns:a16="http://schemas.microsoft.com/office/drawing/2014/main" id="{150AF6FA-7D1D-1351-A76E-43C54D28FD68}"/>
              </a:ext>
            </a:extLst>
          </p:cNvPr>
          <p:cNvSpPr>
            <a:spLocks noGrp="1"/>
          </p:cNvSpPr>
          <p:nvPr>
            <p:ph type="pic" sz="quarter" idx="13" hasCustomPrompt="1"/>
          </p:nvPr>
        </p:nvSpPr>
        <p:spPr>
          <a:xfrm>
            <a:off x="274220" y="266700"/>
            <a:ext cx="11649456" cy="4853814"/>
          </a:xfrm>
          <a:custGeom>
            <a:avLst/>
            <a:gdLst>
              <a:gd name="connsiteX0" fmla="*/ 291520 w 11651080"/>
              <a:gd name="connsiteY0" fmla="*/ 0 h 4853814"/>
              <a:gd name="connsiteX1" fmla="*/ 11359560 w 11651080"/>
              <a:gd name="connsiteY1" fmla="*/ 0 h 4853814"/>
              <a:gd name="connsiteX2" fmla="*/ 11651080 w 11651080"/>
              <a:gd name="connsiteY2" fmla="*/ 291520 h 4853814"/>
              <a:gd name="connsiteX3" fmla="*/ 11651080 w 11651080"/>
              <a:gd name="connsiteY3" fmla="*/ 4562294 h 4853814"/>
              <a:gd name="connsiteX4" fmla="*/ 11359560 w 11651080"/>
              <a:gd name="connsiteY4" fmla="*/ 4853814 h 4853814"/>
              <a:gd name="connsiteX5" fmla="*/ 291520 w 11651080"/>
              <a:gd name="connsiteY5" fmla="*/ 4853814 h 4853814"/>
              <a:gd name="connsiteX6" fmla="*/ 0 w 11651080"/>
              <a:gd name="connsiteY6" fmla="*/ 4562294 h 4853814"/>
              <a:gd name="connsiteX7" fmla="*/ 0 w 11651080"/>
              <a:gd name="connsiteY7" fmla="*/ 291520 h 4853814"/>
              <a:gd name="connsiteX8" fmla="*/ 291520 w 11651080"/>
              <a:gd name="connsiteY8" fmla="*/ 0 h 4853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1080" h="4853814">
                <a:moveTo>
                  <a:pt x="291520" y="0"/>
                </a:moveTo>
                <a:lnTo>
                  <a:pt x="11359560" y="0"/>
                </a:lnTo>
                <a:cubicBezTo>
                  <a:pt x="11520562" y="0"/>
                  <a:pt x="11651080" y="130518"/>
                  <a:pt x="11651080" y="291520"/>
                </a:cubicBezTo>
                <a:lnTo>
                  <a:pt x="11651080" y="4562294"/>
                </a:lnTo>
                <a:cubicBezTo>
                  <a:pt x="11651080" y="4723296"/>
                  <a:pt x="11520562" y="4853814"/>
                  <a:pt x="11359560" y="4853814"/>
                </a:cubicBezTo>
                <a:lnTo>
                  <a:pt x="291520" y="4853814"/>
                </a:lnTo>
                <a:cubicBezTo>
                  <a:pt x="130518" y="4853814"/>
                  <a:pt x="0" y="4723296"/>
                  <a:pt x="0" y="4562294"/>
                </a:cubicBezTo>
                <a:lnTo>
                  <a:pt x="0" y="291520"/>
                </a:lnTo>
                <a:cubicBezTo>
                  <a:pt x="0" y="130518"/>
                  <a:pt x="130518" y="0"/>
                  <a:pt x="291520"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182880" y="6391657"/>
            <a:ext cx="2805405" cy="330466"/>
          </a:xfrm>
        </p:spPr>
        <p:txBody>
          <a:bodyPr/>
          <a:lstStyle>
            <a:lvl1pPr>
              <a:defRPr>
                <a:solidFill>
                  <a:schemeClr val="tx2"/>
                </a:solidFill>
                <a:effectLst/>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137848" y="6391657"/>
            <a:ext cx="3494314" cy="330466"/>
          </a:xfrm>
        </p:spPr>
        <p:txBody>
          <a:bodyPr/>
          <a:lstStyle>
            <a:lvl1pPr algn="r">
              <a:defRPr>
                <a:solidFill>
                  <a:schemeClr val="tx2"/>
                </a:solidFill>
                <a:effectLst/>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632162" y="6391657"/>
            <a:ext cx="429207" cy="330466"/>
          </a:xfrm>
        </p:spPr>
        <p:txBody>
          <a:bodyPr/>
          <a:lstStyle>
            <a:lvl1pPr>
              <a:defRPr>
                <a:solidFill>
                  <a:schemeClr val="tx2"/>
                </a:solidFill>
                <a:effectLst/>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328094219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487875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660262" y="208754"/>
            <a:ext cx="4066072" cy="3725937"/>
          </a:xfrm>
        </p:spPr>
        <p:txBody>
          <a:bodyPr vert="horz" lIns="91440" tIns="45720" rIns="91440" bIns="45720" rtlCol="0" anchor="t">
            <a:normAutofit/>
          </a:bodyPr>
          <a:lstStyle>
            <a:lvl1pPr>
              <a:defRPr lang="en-US" sz="50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68729" y="4846320"/>
            <a:ext cx="4066072" cy="1380744"/>
          </a:xfrm>
        </p:spPr>
        <p:txBody>
          <a:bodyPr vert="horz" lIns="91440" tIns="45720" rIns="91440" bIns="45720" rtlCol="0" anchor="b">
            <a:normAutofit/>
          </a:bodyPr>
          <a:lstStyle>
            <a:lvl1pPr marL="0" indent="0">
              <a:buNone/>
              <a:defRPr lang="en-US" sz="1600">
                <a:solidFill>
                  <a:schemeClr val="tx2"/>
                </a:solidFill>
              </a:defRPr>
            </a:lvl1pPr>
          </a:lstStyle>
          <a:p>
            <a:pPr lvl="0"/>
            <a:r>
              <a:rPr lang="en-US"/>
              <a:t>Click to edit Master subtitle style</a:t>
            </a:r>
            <a:endParaRPr lang="en-US" dirty="0"/>
          </a:p>
        </p:txBody>
      </p:sp>
      <p:sp>
        <p:nvSpPr>
          <p:cNvPr id="12" name="Picture Placeholder 11">
            <a:extLst>
              <a:ext uri="{FF2B5EF4-FFF2-40B4-BE49-F238E27FC236}">
                <a16:creationId xmlns:a16="http://schemas.microsoft.com/office/drawing/2014/main" id="{7A934108-77F2-43A6-38EF-C1CDEDD103C2}"/>
              </a:ext>
            </a:extLst>
          </p:cNvPr>
          <p:cNvSpPr>
            <a:spLocks noGrp="1"/>
          </p:cNvSpPr>
          <p:nvPr>
            <p:ph type="pic" sz="quarter" idx="13" hasCustomPrompt="1"/>
          </p:nvPr>
        </p:nvSpPr>
        <p:spPr>
          <a:xfrm>
            <a:off x="274320" y="266699"/>
            <a:ext cx="7238998" cy="6322891"/>
          </a:xfrm>
          <a:custGeom>
            <a:avLst/>
            <a:gdLst>
              <a:gd name="connsiteX0" fmla="*/ 291359 w 7238998"/>
              <a:gd name="connsiteY0" fmla="*/ 0 h 6322891"/>
              <a:gd name="connsiteX1" fmla="*/ 6947639 w 7238998"/>
              <a:gd name="connsiteY1" fmla="*/ 0 h 6322891"/>
              <a:gd name="connsiteX2" fmla="*/ 7238998 w 7238998"/>
              <a:gd name="connsiteY2" fmla="*/ 291359 h 6322891"/>
              <a:gd name="connsiteX3" fmla="*/ 7238998 w 7238998"/>
              <a:gd name="connsiteY3" fmla="*/ 6031532 h 6322891"/>
              <a:gd name="connsiteX4" fmla="*/ 6947639 w 7238998"/>
              <a:gd name="connsiteY4" fmla="*/ 6322891 h 6322891"/>
              <a:gd name="connsiteX5" fmla="*/ 291359 w 7238998"/>
              <a:gd name="connsiteY5" fmla="*/ 6322891 h 6322891"/>
              <a:gd name="connsiteX6" fmla="*/ 0 w 7238998"/>
              <a:gd name="connsiteY6" fmla="*/ 6031532 h 6322891"/>
              <a:gd name="connsiteX7" fmla="*/ 0 w 7238998"/>
              <a:gd name="connsiteY7" fmla="*/ 291359 h 6322891"/>
              <a:gd name="connsiteX8" fmla="*/ 291359 w 7238998"/>
              <a:gd name="connsiteY8" fmla="*/ 0 h 6322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38998" h="6322891">
                <a:moveTo>
                  <a:pt x="291359" y="0"/>
                </a:moveTo>
                <a:lnTo>
                  <a:pt x="6947639" y="0"/>
                </a:lnTo>
                <a:cubicBezTo>
                  <a:pt x="7108552" y="0"/>
                  <a:pt x="7238998" y="130446"/>
                  <a:pt x="7238998" y="291359"/>
                </a:cubicBezTo>
                <a:lnTo>
                  <a:pt x="7238998" y="6031532"/>
                </a:lnTo>
                <a:cubicBezTo>
                  <a:pt x="7238998" y="6192445"/>
                  <a:pt x="7108552" y="6322891"/>
                  <a:pt x="6947639" y="6322891"/>
                </a:cubicBezTo>
                <a:lnTo>
                  <a:pt x="291359" y="6322891"/>
                </a:lnTo>
                <a:cubicBezTo>
                  <a:pt x="130446" y="6322891"/>
                  <a:pt x="0" y="6192445"/>
                  <a:pt x="0" y="6031532"/>
                </a:cubicBezTo>
                <a:lnTo>
                  <a:pt x="0" y="291359"/>
                </a:lnTo>
                <a:cubicBezTo>
                  <a:pt x="0" y="130446"/>
                  <a:pt x="130446" y="0"/>
                  <a:pt x="291359"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666481" y="6391656"/>
            <a:ext cx="2703777" cy="338328"/>
          </a:xfrm>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10477500" y="6391656"/>
            <a:ext cx="1032084" cy="338328"/>
          </a:xfrm>
        </p:spPr>
        <p:txBody>
          <a:bodyPr/>
          <a:lstStyle>
            <a:lvl1pPr>
              <a:defRPr>
                <a:solidFill>
                  <a:schemeClr val="tx2"/>
                </a:solidFill>
                <a:effectLst/>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509584" y="6388837"/>
            <a:ext cx="457200" cy="338328"/>
          </a:xfrm>
        </p:spPr>
        <p:txBody>
          <a:bodyPr/>
          <a:lstStyle>
            <a:lvl1pPr>
              <a:defRPr>
                <a:solidFill>
                  <a:schemeClr val="tx2"/>
                </a:solidFill>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31198822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018598" y="1529542"/>
            <a:ext cx="8154804" cy="2323883"/>
          </a:xfrm>
        </p:spPr>
        <p:txBody>
          <a:bodyPr anchor="b">
            <a:normAutofit/>
          </a:bodyPr>
          <a:lstStyle>
            <a:lvl1pPr algn="ctr">
              <a:defRPr sz="5400">
                <a:solidFill>
                  <a:schemeClr val="tx2"/>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110715" y="4053504"/>
            <a:ext cx="5970570" cy="1072678"/>
          </a:xfrm>
        </p:spPr>
        <p:txBody>
          <a:bodyPr anchor="t">
            <a:normAutofit/>
          </a:bodyPr>
          <a:lstStyle>
            <a:lvl1pPr marL="0" indent="0" algn="ctr">
              <a:buNone/>
              <a:defRPr sz="1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8660540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157729" y="3200400"/>
            <a:ext cx="9002895" cy="3582184"/>
          </a:xfrm>
        </p:spPr>
        <p:txBody>
          <a:bodyPr anchor="b">
            <a:normAutofit/>
          </a:bodyPr>
          <a:lstStyle>
            <a:lvl1pPr>
              <a:defRPr sz="6900">
                <a:solidFill>
                  <a:schemeClr val="tx2"/>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178704" y="141216"/>
            <a:ext cx="2703777" cy="338328"/>
          </a:xfrm>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10477500" y="141216"/>
            <a:ext cx="1032084" cy="338328"/>
          </a:xfrm>
        </p:spPr>
        <p:txBody>
          <a:bodyPr/>
          <a:lstStyle>
            <a:lvl1pPr>
              <a:defRPr>
                <a:solidFill>
                  <a:schemeClr val="tx2"/>
                </a:solidFill>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11509584" y="141216"/>
            <a:ext cx="457200" cy="338328"/>
          </a:xfrm>
        </p:spPr>
        <p:txBody>
          <a:bodyPr/>
          <a:lstStyle>
            <a:lvl1pPr>
              <a:defRPr>
                <a:solidFill>
                  <a:schemeClr val="tx2"/>
                </a:solidFill>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3590965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33815" y="189689"/>
            <a:ext cx="11341905" cy="1629485"/>
          </a:xfrm>
        </p:spPr>
        <p:txBody>
          <a:bodyPr anchor="t">
            <a:normAutofit/>
          </a:bodyPr>
          <a:lstStyle>
            <a:lvl1pPr>
              <a:defRPr sz="7600" baseline="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2362200"/>
            <a:ext cx="5829300" cy="3810000"/>
          </a:xfrm>
        </p:spPr>
        <p:txBody>
          <a:bodyPr vert="horz" lIns="91440" tIns="45720" rIns="91440" bIns="45720" rtlCol="0" anchor="b">
            <a:normAutofit/>
          </a:bodyPr>
          <a:lstStyle>
            <a:lvl1pPr marL="457200" indent="-457200">
              <a:buFont typeface="+mj-lt"/>
              <a:buAutoNum type="arabicPeriod"/>
              <a:defRPr lang="en-US" sz="1600" dirty="0"/>
            </a:lvl1pPr>
            <a:lvl2pPr marL="571500" indent="-342900">
              <a:buFont typeface="+mj-lt"/>
              <a:buAutoNum type="arabicPeriod"/>
              <a:defRPr lang="en-US" sz="1600" dirty="0"/>
            </a:lvl2pPr>
            <a:lvl3pPr marL="800100" indent="-342900">
              <a:buFont typeface="+mj-lt"/>
              <a:buAutoNum type="arabicPeriod"/>
              <a:defRPr lang="en-US" sz="1600" dirty="0"/>
            </a:lvl3pPr>
            <a:lvl4pPr>
              <a:buFont typeface="+mj-lt"/>
              <a:buAutoNum type="arabicPeriod"/>
              <a:defRPr lang="en-US" sz="1600" dirty="0"/>
            </a:lvl4pPr>
            <a:lvl5pPr>
              <a:buFont typeface="+mj-lt"/>
              <a:buAutoNum type="arabicPeriod"/>
              <a:defRPr lang="en-US" sz="16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42514032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82880" y="4061862"/>
            <a:ext cx="5913120" cy="2268359"/>
          </a:xfrm>
        </p:spPr>
        <p:txBody>
          <a:bodyPr anchor="t">
            <a:normAutofit/>
          </a:bodyPr>
          <a:lstStyle>
            <a:lvl1pPr>
              <a:defRPr sz="5800"/>
            </a:lvl1pPr>
          </a:lstStyle>
          <a:p>
            <a:r>
              <a:rPr lang="en-US"/>
              <a:t>Click to edit Master title style</a:t>
            </a:r>
            <a:endParaRPr lang="en-US" dirty="0"/>
          </a:p>
        </p:txBody>
      </p:sp>
      <p:sp>
        <p:nvSpPr>
          <p:cNvPr id="16" name="Picture Placeholder 15">
            <a:extLst>
              <a:ext uri="{FF2B5EF4-FFF2-40B4-BE49-F238E27FC236}">
                <a16:creationId xmlns:a16="http://schemas.microsoft.com/office/drawing/2014/main" id="{F88BC23C-4171-DFCF-3175-10D2602FF561}"/>
              </a:ext>
            </a:extLst>
          </p:cNvPr>
          <p:cNvSpPr>
            <a:spLocks noGrp="1"/>
          </p:cNvSpPr>
          <p:nvPr>
            <p:ph type="pic" sz="quarter" idx="14" hasCustomPrompt="1"/>
          </p:nvPr>
        </p:nvSpPr>
        <p:spPr>
          <a:xfrm>
            <a:off x="274320" y="268508"/>
            <a:ext cx="11649456" cy="3609085"/>
          </a:xfrm>
          <a:custGeom>
            <a:avLst/>
            <a:gdLst>
              <a:gd name="connsiteX0" fmla="*/ 283385 w 11658600"/>
              <a:gd name="connsiteY0" fmla="*/ 0 h 3609085"/>
              <a:gd name="connsiteX1" fmla="*/ 11375215 w 11658600"/>
              <a:gd name="connsiteY1" fmla="*/ 0 h 3609085"/>
              <a:gd name="connsiteX2" fmla="*/ 11658600 w 11658600"/>
              <a:gd name="connsiteY2" fmla="*/ 283385 h 3609085"/>
              <a:gd name="connsiteX3" fmla="*/ 11658600 w 11658600"/>
              <a:gd name="connsiteY3" fmla="*/ 3325700 h 3609085"/>
              <a:gd name="connsiteX4" fmla="*/ 11375215 w 11658600"/>
              <a:gd name="connsiteY4" fmla="*/ 3609085 h 3609085"/>
              <a:gd name="connsiteX5" fmla="*/ 283385 w 11658600"/>
              <a:gd name="connsiteY5" fmla="*/ 3609085 h 3609085"/>
              <a:gd name="connsiteX6" fmla="*/ 0 w 11658600"/>
              <a:gd name="connsiteY6" fmla="*/ 3325700 h 3609085"/>
              <a:gd name="connsiteX7" fmla="*/ 0 w 11658600"/>
              <a:gd name="connsiteY7" fmla="*/ 283385 h 3609085"/>
              <a:gd name="connsiteX8" fmla="*/ 283385 w 11658600"/>
              <a:gd name="connsiteY8" fmla="*/ 0 h 3609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8600" h="3609085">
                <a:moveTo>
                  <a:pt x="283385" y="0"/>
                </a:moveTo>
                <a:lnTo>
                  <a:pt x="11375215" y="0"/>
                </a:lnTo>
                <a:cubicBezTo>
                  <a:pt x="11531724" y="0"/>
                  <a:pt x="11658600" y="126876"/>
                  <a:pt x="11658600" y="283385"/>
                </a:cubicBezTo>
                <a:lnTo>
                  <a:pt x="11658600" y="3325700"/>
                </a:lnTo>
                <a:cubicBezTo>
                  <a:pt x="11658600" y="3482209"/>
                  <a:pt x="11531724" y="3609085"/>
                  <a:pt x="11375215" y="3609085"/>
                </a:cubicBezTo>
                <a:lnTo>
                  <a:pt x="283385" y="3609085"/>
                </a:lnTo>
                <a:cubicBezTo>
                  <a:pt x="126876" y="3609085"/>
                  <a:pt x="0" y="3482209"/>
                  <a:pt x="0" y="3325700"/>
                </a:cubicBezTo>
                <a:lnTo>
                  <a:pt x="0" y="283385"/>
                </a:lnTo>
                <a:cubicBezTo>
                  <a:pt x="0" y="126876"/>
                  <a:pt x="126876" y="0"/>
                  <a:pt x="283385"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515973" y="4039118"/>
            <a:ext cx="4419601" cy="2268360"/>
          </a:xfrm>
        </p:spPr>
        <p:txBody>
          <a:bodyPr vert="horz" lIns="91440" tIns="45720" rIns="91440" bIns="45720" rtlCol="0">
            <a:normAutofit/>
          </a:bodyPr>
          <a:lstStyle>
            <a:lvl1pPr marL="342900" indent="-342900">
              <a:buFont typeface="+mj-lt"/>
              <a:buAutoNum type="arabicPeriod"/>
              <a:defRPr lang="en-US" sz="1400" dirty="0"/>
            </a:lvl1pPr>
            <a:lvl2pPr marL="571500" indent="-342900">
              <a:buFont typeface="+mj-lt"/>
              <a:buAutoNum type="arabicPeriod"/>
              <a:defRPr lang="en-US" sz="1400" dirty="0"/>
            </a:lvl2pPr>
            <a:lvl3pPr marL="800100" indent="-342900">
              <a:buFont typeface="+mj-lt"/>
              <a:buAutoNum type="arabicPeriod"/>
              <a:defRPr lang="en-US" sz="1400" dirty="0"/>
            </a:lvl3pPr>
            <a:lvl4pPr>
              <a:buFont typeface="+mj-lt"/>
              <a:buAutoNum type="arabicPeriod"/>
              <a:defRPr lang="en-US" sz="1400" dirty="0"/>
            </a:lvl4pPr>
            <a:lvl5pPr>
              <a:buFont typeface="+mj-lt"/>
              <a:buAutoNum type="arabicPeriod"/>
              <a:defRPr lang="en-US" sz="1400" dirty="0"/>
            </a:lvl5pPr>
          </a:lstStyle>
          <a:p>
            <a:pPr marL="228600" lvl="0" indent="-228600"/>
            <a:r>
              <a:rPr lang="en-US"/>
              <a:t>Click to edit Master text styles</a:t>
            </a:r>
          </a:p>
          <a:p>
            <a:pPr marL="228600" lvl="1" indent="-228600"/>
            <a:r>
              <a:rPr lang="en-US"/>
              <a:t>Second level</a:t>
            </a:r>
          </a:p>
          <a:p>
            <a:pPr marL="228600" lvl="2" indent="-228600"/>
            <a:r>
              <a:rPr lang="en-US"/>
              <a:t>Third level</a:t>
            </a:r>
          </a:p>
          <a:p>
            <a:pPr marL="228600" lvl="3" indent="-228600"/>
            <a:r>
              <a:rPr lang="en-US"/>
              <a:t>Fourth level</a:t>
            </a:r>
          </a:p>
          <a:p>
            <a:pPr marL="228600" lvl="4" indent="-228600"/>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182880" y="6387737"/>
            <a:ext cx="2703777" cy="338328"/>
          </a:xfrm>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448695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25131" y="1638299"/>
            <a:ext cx="3314700" cy="3873268"/>
          </a:xfrm>
        </p:spPr>
        <p:txBody>
          <a:bodyPr anchor="t">
            <a:normAutofit/>
          </a:bodyPr>
          <a:lstStyle>
            <a:lvl1pPr>
              <a:defRPr sz="3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4901019" y="1638299"/>
            <a:ext cx="6080760" cy="3873267"/>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409968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2880" y="219456"/>
            <a:ext cx="3310394" cy="4058127"/>
          </a:xfrm>
        </p:spPr>
        <p:txBody>
          <a:bodyPr anchor="t">
            <a:normAutofit/>
          </a:bodyPr>
          <a:lstStyle>
            <a:lvl1pPr>
              <a:defRPr sz="3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972674" y="266700"/>
            <a:ext cx="7688495" cy="604783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7170846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919525" y="219456"/>
            <a:ext cx="6376547" cy="1066006"/>
          </a:xfrm>
        </p:spPr>
        <p:txBody>
          <a:bodyPr anchor="t"/>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AC455FC9-9346-2F53-C58C-5C64036CD926}"/>
              </a:ext>
            </a:extLst>
          </p:cNvPr>
          <p:cNvSpPr>
            <a:spLocks noGrp="1"/>
          </p:cNvSpPr>
          <p:nvPr>
            <p:ph type="pic" sz="quarter" idx="13" hasCustomPrompt="1"/>
          </p:nvPr>
        </p:nvSpPr>
        <p:spPr>
          <a:xfrm>
            <a:off x="274320" y="268573"/>
            <a:ext cx="4419600" cy="6325969"/>
          </a:xfrm>
          <a:custGeom>
            <a:avLst/>
            <a:gdLst>
              <a:gd name="connsiteX0" fmla="*/ 300746 w 4381500"/>
              <a:gd name="connsiteY0" fmla="*/ 0 h 6290961"/>
              <a:gd name="connsiteX1" fmla="*/ 4080754 w 4381500"/>
              <a:gd name="connsiteY1" fmla="*/ 0 h 6290961"/>
              <a:gd name="connsiteX2" fmla="*/ 4381500 w 4381500"/>
              <a:gd name="connsiteY2" fmla="*/ 300746 h 6290961"/>
              <a:gd name="connsiteX3" fmla="*/ 4381500 w 4381500"/>
              <a:gd name="connsiteY3" fmla="*/ 5990215 h 6290961"/>
              <a:gd name="connsiteX4" fmla="*/ 4080754 w 4381500"/>
              <a:gd name="connsiteY4" fmla="*/ 6290961 h 6290961"/>
              <a:gd name="connsiteX5" fmla="*/ 300746 w 4381500"/>
              <a:gd name="connsiteY5" fmla="*/ 6290961 h 6290961"/>
              <a:gd name="connsiteX6" fmla="*/ 0 w 4381500"/>
              <a:gd name="connsiteY6" fmla="*/ 5990215 h 6290961"/>
              <a:gd name="connsiteX7" fmla="*/ 0 w 4381500"/>
              <a:gd name="connsiteY7" fmla="*/ 300746 h 6290961"/>
              <a:gd name="connsiteX8" fmla="*/ 300746 w 4381500"/>
              <a:gd name="connsiteY8" fmla="*/ 0 h 6290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381500" h="6290961">
                <a:moveTo>
                  <a:pt x="300746" y="0"/>
                </a:moveTo>
                <a:lnTo>
                  <a:pt x="4080754" y="0"/>
                </a:lnTo>
                <a:cubicBezTo>
                  <a:pt x="4246851" y="0"/>
                  <a:pt x="4381500" y="134649"/>
                  <a:pt x="4381500" y="300746"/>
                </a:cubicBezTo>
                <a:lnTo>
                  <a:pt x="4381500" y="5990215"/>
                </a:lnTo>
                <a:cubicBezTo>
                  <a:pt x="4381500" y="6156312"/>
                  <a:pt x="4246851" y="6290961"/>
                  <a:pt x="4080754" y="6290961"/>
                </a:cubicBezTo>
                <a:lnTo>
                  <a:pt x="300746" y="6290961"/>
                </a:lnTo>
                <a:cubicBezTo>
                  <a:pt x="134649" y="6290961"/>
                  <a:pt x="0" y="6156312"/>
                  <a:pt x="0" y="5990215"/>
                </a:cubicBezTo>
                <a:lnTo>
                  <a:pt x="0" y="300746"/>
                </a:lnTo>
                <a:cubicBezTo>
                  <a:pt x="0" y="134649"/>
                  <a:pt x="134649" y="0"/>
                  <a:pt x="3007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919526" y="1285462"/>
            <a:ext cx="6376546" cy="4986355"/>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919526" y="6387737"/>
            <a:ext cx="27037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5668231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188702" y="219456"/>
            <a:ext cx="7241297" cy="923544"/>
          </a:xfrm>
        </p:spPr>
        <p:txBody>
          <a:bodyPr anchor="t"/>
          <a:lstStyle>
            <a:lvl1pPr>
              <a:defRPr/>
            </a:lvl1pPr>
          </a:lstStyle>
          <a:p>
            <a:r>
              <a:rPr lang="en-US"/>
              <a:t>Click to edit Master title style</a:t>
            </a:r>
            <a:endParaRPr lang="en-US" dirty="0"/>
          </a:p>
        </p:txBody>
      </p:sp>
      <p:sp>
        <p:nvSpPr>
          <p:cNvPr id="20" name="Picture Placeholder 9">
            <a:extLst>
              <a:ext uri="{FF2B5EF4-FFF2-40B4-BE49-F238E27FC236}">
                <a16:creationId xmlns:a16="http://schemas.microsoft.com/office/drawing/2014/main" id="{FC55F3DB-E75F-ADDF-8222-D3F62F2CCE82}"/>
              </a:ext>
            </a:extLst>
          </p:cNvPr>
          <p:cNvSpPr>
            <a:spLocks noGrp="1"/>
          </p:cNvSpPr>
          <p:nvPr>
            <p:ph type="pic" sz="quarter" idx="13" hasCustomPrompt="1"/>
          </p:nvPr>
        </p:nvSpPr>
        <p:spPr>
          <a:xfrm>
            <a:off x="274320" y="268573"/>
            <a:ext cx="3675888" cy="6327648"/>
          </a:xfrm>
          <a:custGeom>
            <a:avLst/>
            <a:gdLst>
              <a:gd name="connsiteX0" fmla="*/ 301545 w 3675888"/>
              <a:gd name="connsiteY0" fmla="*/ 0 h 6320854"/>
              <a:gd name="connsiteX1" fmla="*/ 3375347 w 3675888"/>
              <a:gd name="connsiteY1" fmla="*/ 0 h 6320854"/>
              <a:gd name="connsiteX2" fmla="*/ 3675888 w 3675888"/>
              <a:gd name="connsiteY2" fmla="*/ 300541 h 6320854"/>
              <a:gd name="connsiteX3" fmla="*/ 3675888 w 3675888"/>
              <a:gd name="connsiteY3" fmla="*/ 6025428 h 6320854"/>
              <a:gd name="connsiteX4" fmla="*/ 3492331 w 3675888"/>
              <a:gd name="connsiteY4" fmla="*/ 6302351 h 6320854"/>
              <a:gd name="connsiteX5" fmla="*/ 3400682 w 3675888"/>
              <a:gd name="connsiteY5" fmla="*/ 6320854 h 6320854"/>
              <a:gd name="connsiteX6" fmla="*/ 275206 w 3675888"/>
              <a:gd name="connsiteY6" fmla="*/ 6320854 h 6320854"/>
              <a:gd name="connsiteX7" fmla="*/ 186647 w 3675888"/>
              <a:gd name="connsiteY7" fmla="*/ 6302975 h 6320854"/>
              <a:gd name="connsiteX8" fmla="*/ 184171 w 3675888"/>
              <a:gd name="connsiteY8" fmla="*/ 6302204 h 6320854"/>
              <a:gd name="connsiteX9" fmla="*/ 114619 w 3675888"/>
              <a:gd name="connsiteY9" fmla="*/ 6259884 h 6320854"/>
              <a:gd name="connsiteX10" fmla="*/ 105939 w 3675888"/>
              <a:gd name="connsiteY10" fmla="*/ 6252721 h 6320854"/>
              <a:gd name="connsiteX11" fmla="*/ 51500 w 3675888"/>
              <a:gd name="connsiteY11" fmla="*/ 6192635 h 6320854"/>
              <a:gd name="connsiteX12" fmla="*/ 16622 w 3675888"/>
              <a:gd name="connsiteY12" fmla="*/ 6119873 h 6320854"/>
              <a:gd name="connsiteX13" fmla="*/ 12537 w 3675888"/>
              <a:gd name="connsiteY13" fmla="*/ 6106716 h 6320854"/>
              <a:gd name="connsiteX14" fmla="*/ 0 w 3675888"/>
              <a:gd name="connsiteY14" fmla="*/ 6023550 h 6320854"/>
              <a:gd name="connsiteX15" fmla="*/ 0 w 3675888"/>
              <a:gd name="connsiteY15" fmla="*/ 302420 h 6320854"/>
              <a:gd name="connsiteX16" fmla="*/ 301545 w 3675888"/>
              <a:gd name="connsiteY16" fmla="*/ 0 h 632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75888" h="6320854">
                <a:moveTo>
                  <a:pt x="301545" y="0"/>
                </a:moveTo>
                <a:lnTo>
                  <a:pt x="3375347" y="0"/>
                </a:lnTo>
                <a:cubicBezTo>
                  <a:pt x="3541331" y="0"/>
                  <a:pt x="3675888" y="134557"/>
                  <a:pt x="3675888" y="300541"/>
                </a:cubicBezTo>
                <a:lnTo>
                  <a:pt x="3675888" y="6025428"/>
                </a:lnTo>
                <a:cubicBezTo>
                  <a:pt x="3675888" y="6149916"/>
                  <a:pt x="3600200" y="6256727"/>
                  <a:pt x="3492331" y="6302351"/>
                </a:cubicBezTo>
                <a:lnTo>
                  <a:pt x="3400682" y="6320854"/>
                </a:lnTo>
                <a:lnTo>
                  <a:pt x="275206" y="6320854"/>
                </a:lnTo>
                <a:lnTo>
                  <a:pt x="186647" y="6302975"/>
                </a:lnTo>
                <a:lnTo>
                  <a:pt x="184171" y="6302204"/>
                </a:lnTo>
                <a:lnTo>
                  <a:pt x="114619" y="6259884"/>
                </a:lnTo>
                <a:lnTo>
                  <a:pt x="105939" y="6252721"/>
                </a:lnTo>
                <a:lnTo>
                  <a:pt x="51500" y="6192635"/>
                </a:lnTo>
                <a:lnTo>
                  <a:pt x="16622" y="6119873"/>
                </a:lnTo>
                <a:lnTo>
                  <a:pt x="12537" y="6106716"/>
                </a:lnTo>
                <a:lnTo>
                  <a:pt x="0" y="6023550"/>
                </a:lnTo>
                <a:lnTo>
                  <a:pt x="0" y="302420"/>
                </a:lnTo>
                <a:cubicBezTo>
                  <a:pt x="0" y="135398"/>
                  <a:pt x="135007" y="0"/>
                  <a:pt x="30154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188702" y="1143000"/>
            <a:ext cx="7241298" cy="5239512"/>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188702" y="6382981"/>
            <a:ext cx="27037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396342568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7241297" cy="923544"/>
          </a:xfrm>
        </p:spPr>
        <p:txBody>
          <a:bodyPr anchor="t"/>
          <a:lstStyle>
            <a:lvl1pPr>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182880" y="1143000"/>
            <a:ext cx="7241298" cy="5239512"/>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82880" y="6382981"/>
            <a:ext cx="27037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6392093" y="6387128"/>
            <a:ext cx="1032084" cy="338328"/>
          </a:xfrm>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7424177" y="6387128"/>
            <a:ext cx="457200" cy="338328"/>
          </a:xfrm>
        </p:spPr>
        <p:txBody>
          <a:bodyPr/>
          <a:lstStyle/>
          <a:p>
            <a:fld id="{165503B2-06EC-FA4E-8244-7D5DAC25D9EF}" type="slidenum">
              <a:rPr lang="en-US" smtClean="0"/>
              <a:t>‹#›</a:t>
            </a:fld>
            <a:endParaRPr lang="en-US"/>
          </a:p>
        </p:txBody>
      </p:sp>
      <p:sp>
        <p:nvSpPr>
          <p:cNvPr id="4" name="Picture Placeholder 9">
            <a:extLst>
              <a:ext uri="{FF2B5EF4-FFF2-40B4-BE49-F238E27FC236}">
                <a16:creationId xmlns:a16="http://schemas.microsoft.com/office/drawing/2014/main" id="{F47C8A4F-E753-8148-3650-49C421EB5479}"/>
              </a:ext>
            </a:extLst>
          </p:cNvPr>
          <p:cNvSpPr>
            <a:spLocks noGrp="1"/>
          </p:cNvSpPr>
          <p:nvPr>
            <p:ph type="pic" sz="quarter" idx="13" hasCustomPrompt="1"/>
          </p:nvPr>
        </p:nvSpPr>
        <p:spPr>
          <a:xfrm>
            <a:off x="8249412" y="268573"/>
            <a:ext cx="3675888" cy="6327648"/>
          </a:xfrm>
          <a:custGeom>
            <a:avLst/>
            <a:gdLst>
              <a:gd name="connsiteX0" fmla="*/ 301545 w 3675888"/>
              <a:gd name="connsiteY0" fmla="*/ 0 h 6320854"/>
              <a:gd name="connsiteX1" fmla="*/ 3375347 w 3675888"/>
              <a:gd name="connsiteY1" fmla="*/ 0 h 6320854"/>
              <a:gd name="connsiteX2" fmla="*/ 3675888 w 3675888"/>
              <a:gd name="connsiteY2" fmla="*/ 300541 h 6320854"/>
              <a:gd name="connsiteX3" fmla="*/ 3675888 w 3675888"/>
              <a:gd name="connsiteY3" fmla="*/ 6025428 h 6320854"/>
              <a:gd name="connsiteX4" fmla="*/ 3492331 w 3675888"/>
              <a:gd name="connsiteY4" fmla="*/ 6302351 h 6320854"/>
              <a:gd name="connsiteX5" fmla="*/ 3400682 w 3675888"/>
              <a:gd name="connsiteY5" fmla="*/ 6320854 h 6320854"/>
              <a:gd name="connsiteX6" fmla="*/ 275206 w 3675888"/>
              <a:gd name="connsiteY6" fmla="*/ 6320854 h 6320854"/>
              <a:gd name="connsiteX7" fmla="*/ 186647 w 3675888"/>
              <a:gd name="connsiteY7" fmla="*/ 6302975 h 6320854"/>
              <a:gd name="connsiteX8" fmla="*/ 184171 w 3675888"/>
              <a:gd name="connsiteY8" fmla="*/ 6302204 h 6320854"/>
              <a:gd name="connsiteX9" fmla="*/ 114619 w 3675888"/>
              <a:gd name="connsiteY9" fmla="*/ 6259883 h 6320854"/>
              <a:gd name="connsiteX10" fmla="*/ 105939 w 3675888"/>
              <a:gd name="connsiteY10" fmla="*/ 6252722 h 6320854"/>
              <a:gd name="connsiteX11" fmla="*/ 51500 w 3675888"/>
              <a:gd name="connsiteY11" fmla="*/ 6192635 h 6320854"/>
              <a:gd name="connsiteX12" fmla="*/ 16622 w 3675888"/>
              <a:gd name="connsiteY12" fmla="*/ 6119873 h 6320854"/>
              <a:gd name="connsiteX13" fmla="*/ 12538 w 3675888"/>
              <a:gd name="connsiteY13" fmla="*/ 6106716 h 6320854"/>
              <a:gd name="connsiteX14" fmla="*/ 0 w 3675888"/>
              <a:gd name="connsiteY14" fmla="*/ 6023550 h 6320854"/>
              <a:gd name="connsiteX15" fmla="*/ 0 w 3675888"/>
              <a:gd name="connsiteY15" fmla="*/ 302420 h 6320854"/>
              <a:gd name="connsiteX16" fmla="*/ 301545 w 3675888"/>
              <a:gd name="connsiteY16" fmla="*/ 0 h 632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75888" h="6320854">
                <a:moveTo>
                  <a:pt x="301545" y="0"/>
                </a:moveTo>
                <a:lnTo>
                  <a:pt x="3375347" y="0"/>
                </a:lnTo>
                <a:cubicBezTo>
                  <a:pt x="3541331" y="0"/>
                  <a:pt x="3675888" y="134557"/>
                  <a:pt x="3675888" y="300541"/>
                </a:cubicBezTo>
                <a:lnTo>
                  <a:pt x="3675888" y="6025428"/>
                </a:lnTo>
                <a:cubicBezTo>
                  <a:pt x="3675888" y="6149916"/>
                  <a:pt x="3600200" y="6256727"/>
                  <a:pt x="3492331" y="6302351"/>
                </a:cubicBezTo>
                <a:lnTo>
                  <a:pt x="3400682" y="6320854"/>
                </a:lnTo>
                <a:lnTo>
                  <a:pt x="275206" y="6320854"/>
                </a:lnTo>
                <a:lnTo>
                  <a:pt x="186647" y="6302975"/>
                </a:lnTo>
                <a:lnTo>
                  <a:pt x="184171" y="6302204"/>
                </a:lnTo>
                <a:lnTo>
                  <a:pt x="114619" y="6259883"/>
                </a:lnTo>
                <a:lnTo>
                  <a:pt x="105939" y="6252722"/>
                </a:lnTo>
                <a:lnTo>
                  <a:pt x="51500" y="6192635"/>
                </a:lnTo>
                <a:lnTo>
                  <a:pt x="16622" y="6119873"/>
                </a:lnTo>
                <a:lnTo>
                  <a:pt x="12538" y="6106716"/>
                </a:lnTo>
                <a:lnTo>
                  <a:pt x="0" y="6023550"/>
                </a:lnTo>
                <a:lnTo>
                  <a:pt x="0" y="302420"/>
                </a:lnTo>
                <a:cubicBezTo>
                  <a:pt x="0" y="135398"/>
                  <a:pt x="135007" y="0"/>
                  <a:pt x="30154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29095162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55" y="219456"/>
            <a:ext cx="4717429" cy="1180888"/>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85855" y="1400344"/>
            <a:ext cx="4729045" cy="4871473"/>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588172" y="6390795"/>
            <a:ext cx="1298784" cy="338328"/>
          </a:xfrm>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86956" y="6390795"/>
            <a:ext cx="457200" cy="338328"/>
          </a:xfrm>
        </p:spPr>
        <p:txBody>
          <a:bodyPr/>
          <a:lstStyle>
            <a:lvl1pPr>
              <a:defRPr>
                <a:solidFill>
                  <a:schemeClr val="tx1"/>
                </a:solidFill>
                <a:effectLst/>
              </a:defRPr>
            </a:lvl1pPr>
          </a:lstStyle>
          <a:p>
            <a:fld id="{165503B2-06EC-FA4E-8244-7D5DAC25D9EF}" type="slidenum">
              <a:rPr lang="en-US" smtClean="0"/>
              <a:t>‹#›</a:t>
            </a:fld>
            <a:endParaRPr lang="en-US"/>
          </a:p>
        </p:txBody>
      </p:sp>
      <p:sp>
        <p:nvSpPr>
          <p:cNvPr id="4" name="Picture Placeholder 3">
            <a:extLst>
              <a:ext uri="{FF2B5EF4-FFF2-40B4-BE49-F238E27FC236}">
                <a16:creationId xmlns:a16="http://schemas.microsoft.com/office/drawing/2014/main" id="{00846273-A5CB-BDCB-C625-903F863EC307}"/>
              </a:ext>
            </a:extLst>
          </p:cNvPr>
          <p:cNvSpPr>
            <a:spLocks noGrp="1"/>
          </p:cNvSpPr>
          <p:nvPr>
            <p:ph type="pic" sz="quarter" idx="13" hasCustomPrompt="1"/>
          </p:nvPr>
        </p:nvSpPr>
        <p:spPr>
          <a:xfrm>
            <a:off x="5600703" y="266700"/>
            <a:ext cx="6324469" cy="6324600"/>
          </a:xfrm>
          <a:custGeom>
            <a:avLst/>
            <a:gdLst>
              <a:gd name="connsiteX0" fmla="*/ 269395 w 6111507"/>
              <a:gd name="connsiteY0" fmla="*/ 0 h 6172338"/>
              <a:gd name="connsiteX1" fmla="*/ 5842112 w 6111507"/>
              <a:gd name="connsiteY1" fmla="*/ 0 h 6172338"/>
              <a:gd name="connsiteX2" fmla="*/ 6111507 w 6111507"/>
              <a:gd name="connsiteY2" fmla="*/ 268145 h 6172338"/>
              <a:gd name="connsiteX3" fmla="*/ 6111507 w 6111507"/>
              <a:gd name="connsiteY3" fmla="*/ 5904194 h 6172338"/>
              <a:gd name="connsiteX4" fmla="*/ 5842112 w 6111507"/>
              <a:gd name="connsiteY4" fmla="*/ 6172338 h 6172338"/>
              <a:gd name="connsiteX5" fmla="*/ 269395 w 6111507"/>
              <a:gd name="connsiteY5" fmla="*/ 6172338 h 6172338"/>
              <a:gd name="connsiteX6" fmla="*/ 0 w 6111507"/>
              <a:gd name="connsiteY6" fmla="*/ 5904194 h 6172338"/>
              <a:gd name="connsiteX7" fmla="*/ 0 w 6111507"/>
              <a:gd name="connsiteY7" fmla="*/ 268145 h 6172338"/>
              <a:gd name="connsiteX8" fmla="*/ 269395 w 6111507"/>
              <a:gd name="connsiteY8" fmla="*/ 0 h 617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111507" h="6172338">
                <a:moveTo>
                  <a:pt x="269395" y="0"/>
                </a:moveTo>
                <a:lnTo>
                  <a:pt x="5842112" y="0"/>
                </a:lnTo>
                <a:cubicBezTo>
                  <a:pt x="5990895" y="0"/>
                  <a:pt x="6111507" y="120052"/>
                  <a:pt x="6111507" y="268145"/>
                </a:cubicBezTo>
                <a:lnTo>
                  <a:pt x="6111507" y="5904194"/>
                </a:lnTo>
                <a:cubicBezTo>
                  <a:pt x="6111507" y="6052286"/>
                  <a:pt x="5990895" y="6172338"/>
                  <a:pt x="5842112" y="6172338"/>
                </a:cubicBezTo>
                <a:lnTo>
                  <a:pt x="269395" y="6172338"/>
                </a:lnTo>
                <a:cubicBezTo>
                  <a:pt x="120612" y="6172338"/>
                  <a:pt x="0" y="6052286"/>
                  <a:pt x="0" y="5904194"/>
                </a:cubicBezTo>
                <a:lnTo>
                  <a:pt x="0" y="268145"/>
                </a:lnTo>
                <a:cubicBezTo>
                  <a:pt x="0" y="120052"/>
                  <a:pt x="120612" y="0"/>
                  <a:pt x="26939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425751481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1" y="220869"/>
            <a:ext cx="3208020" cy="3088635"/>
          </a:xfrm>
        </p:spPr>
        <p:txBody>
          <a:bodyPr anchor="t"/>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en-US"/>
          </a:p>
        </p:txBody>
      </p:sp>
      <p:sp>
        <p:nvSpPr>
          <p:cNvPr id="4" name="Picture Placeholder 3">
            <a:extLst>
              <a:ext uri="{FF2B5EF4-FFF2-40B4-BE49-F238E27FC236}">
                <a16:creationId xmlns:a16="http://schemas.microsoft.com/office/drawing/2014/main" id="{26FEEE5C-15B3-8386-23D3-B6B236C668F2}"/>
              </a:ext>
            </a:extLst>
          </p:cNvPr>
          <p:cNvSpPr>
            <a:spLocks noGrp="1"/>
          </p:cNvSpPr>
          <p:nvPr>
            <p:ph type="pic" sz="quarter" idx="13" hasCustomPrompt="1"/>
          </p:nvPr>
        </p:nvSpPr>
        <p:spPr>
          <a:xfrm>
            <a:off x="4686300" y="266700"/>
            <a:ext cx="3500538" cy="6324600"/>
          </a:xfrm>
          <a:custGeom>
            <a:avLst/>
            <a:gdLst>
              <a:gd name="connsiteX0" fmla="*/ 292116 w 3808553"/>
              <a:gd name="connsiteY0" fmla="*/ 0 h 6172200"/>
              <a:gd name="connsiteX1" fmla="*/ 3516437 w 3808553"/>
              <a:gd name="connsiteY1" fmla="*/ 0 h 6172200"/>
              <a:gd name="connsiteX2" fmla="*/ 3808553 w 3808553"/>
              <a:gd name="connsiteY2" fmla="*/ 292116 h 6172200"/>
              <a:gd name="connsiteX3" fmla="*/ 3808553 w 3808553"/>
              <a:gd name="connsiteY3" fmla="*/ 5880084 h 6172200"/>
              <a:gd name="connsiteX4" fmla="*/ 3516437 w 3808553"/>
              <a:gd name="connsiteY4" fmla="*/ 6172200 h 6172200"/>
              <a:gd name="connsiteX5" fmla="*/ 292116 w 3808553"/>
              <a:gd name="connsiteY5" fmla="*/ 6172200 h 6172200"/>
              <a:gd name="connsiteX6" fmla="*/ 0 w 3808553"/>
              <a:gd name="connsiteY6" fmla="*/ 5880084 h 6172200"/>
              <a:gd name="connsiteX7" fmla="*/ 0 w 3808553"/>
              <a:gd name="connsiteY7" fmla="*/ 292116 h 6172200"/>
              <a:gd name="connsiteX8" fmla="*/ 292116 w 3808553"/>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08553" h="6172200">
                <a:moveTo>
                  <a:pt x="292116" y="0"/>
                </a:moveTo>
                <a:lnTo>
                  <a:pt x="3516437" y="0"/>
                </a:lnTo>
                <a:cubicBezTo>
                  <a:pt x="3677768" y="0"/>
                  <a:pt x="3808553" y="130785"/>
                  <a:pt x="3808553" y="292116"/>
                </a:cubicBezTo>
                <a:lnTo>
                  <a:pt x="3808553" y="5880084"/>
                </a:lnTo>
                <a:cubicBezTo>
                  <a:pt x="3808553" y="6041415"/>
                  <a:pt x="3677768" y="6172200"/>
                  <a:pt x="3516437" y="6172200"/>
                </a:cubicBezTo>
                <a:lnTo>
                  <a:pt x="292116" y="6172200"/>
                </a:lnTo>
                <a:cubicBezTo>
                  <a:pt x="130785" y="6172200"/>
                  <a:pt x="0" y="6041415"/>
                  <a:pt x="0" y="5880084"/>
                </a:cubicBezTo>
                <a:lnTo>
                  <a:pt x="0" y="292116"/>
                </a:lnTo>
                <a:cubicBezTo>
                  <a:pt x="0" y="130785"/>
                  <a:pt x="130785" y="0"/>
                  <a:pt x="29211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8461087" y="220870"/>
            <a:ext cx="3200400" cy="6055554"/>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21447351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513755" y="219456"/>
            <a:ext cx="3891435" cy="1225339"/>
          </a:xfrm>
        </p:spPr>
        <p:txBody>
          <a:bodyPr anchor="t"/>
          <a:lstStyle/>
          <a:p>
            <a:r>
              <a:rPr lang="en-US"/>
              <a:t>Click to edit Master title style</a:t>
            </a:r>
            <a:endParaRPr lang="en-US" dirty="0"/>
          </a:p>
        </p:txBody>
      </p:sp>
      <p:sp>
        <p:nvSpPr>
          <p:cNvPr id="14" name="Picture Placeholder 13">
            <a:extLst>
              <a:ext uri="{FF2B5EF4-FFF2-40B4-BE49-F238E27FC236}">
                <a16:creationId xmlns:a16="http://schemas.microsoft.com/office/drawing/2014/main" id="{B3BE62AC-2855-BB28-0282-25CA658273E5}"/>
              </a:ext>
            </a:extLst>
          </p:cNvPr>
          <p:cNvSpPr>
            <a:spLocks noGrp="1"/>
          </p:cNvSpPr>
          <p:nvPr>
            <p:ph type="pic" sz="quarter" idx="13" hasCustomPrompt="1"/>
          </p:nvPr>
        </p:nvSpPr>
        <p:spPr>
          <a:xfrm>
            <a:off x="270473" y="265176"/>
            <a:ext cx="6984636" cy="6327648"/>
          </a:xfrm>
          <a:custGeom>
            <a:avLst/>
            <a:gdLst>
              <a:gd name="connsiteX0" fmla="*/ 302565 w 7228936"/>
              <a:gd name="connsiteY0" fmla="*/ 0 h 6316602"/>
              <a:gd name="connsiteX1" fmla="*/ 6926371 w 7228936"/>
              <a:gd name="connsiteY1" fmla="*/ 0 h 6316602"/>
              <a:gd name="connsiteX2" fmla="*/ 7228936 w 7228936"/>
              <a:gd name="connsiteY2" fmla="*/ 302565 h 6316602"/>
              <a:gd name="connsiteX3" fmla="*/ 7228936 w 7228936"/>
              <a:gd name="connsiteY3" fmla="*/ 6014037 h 6316602"/>
              <a:gd name="connsiteX4" fmla="*/ 6926371 w 7228936"/>
              <a:gd name="connsiteY4" fmla="*/ 6316602 h 6316602"/>
              <a:gd name="connsiteX5" fmla="*/ 302565 w 7228936"/>
              <a:gd name="connsiteY5" fmla="*/ 6316602 h 6316602"/>
              <a:gd name="connsiteX6" fmla="*/ 0 w 7228936"/>
              <a:gd name="connsiteY6" fmla="*/ 6014037 h 6316602"/>
              <a:gd name="connsiteX7" fmla="*/ 0 w 7228936"/>
              <a:gd name="connsiteY7" fmla="*/ 302565 h 6316602"/>
              <a:gd name="connsiteX8" fmla="*/ 302565 w 7228936"/>
              <a:gd name="connsiteY8" fmla="*/ 0 h 6316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28936" h="6316602">
                <a:moveTo>
                  <a:pt x="302565" y="0"/>
                </a:moveTo>
                <a:lnTo>
                  <a:pt x="6926371" y="0"/>
                </a:lnTo>
                <a:cubicBezTo>
                  <a:pt x="7093473" y="0"/>
                  <a:pt x="7228936" y="135463"/>
                  <a:pt x="7228936" y="302565"/>
                </a:cubicBezTo>
                <a:lnTo>
                  <a:pt x="7228936" y="6014037"/>
                </a:lnTo>
                <a:cubicBezTo>
                  <a:pt x="7228936" y="6181139"/>
                  <a:pt x="7093473" y="6316602"/>
                  <a:pt x="6926371" y="6316602"/>
                </a:cubicBezTo>
                <a:lnTo>
                  <a:pt x="302565" y="6316602"/>
                </a:lnTo>
                <a:cubicBezTo>
                  <a:pt x="135463" y="6316602"/>
                  <a:pt x="0" y="6181139"/>
                  <a:pt x="0" y="6014037"/>
                </a:cubicBezTo>
                <a:lnTo>
                  <a:pt x="0" y="302565"/>
                </a:lnTo>
                <a:cubicBezTo>
                  <a:pt x="0" y="135463"/>
                  <a:pt x="135463" y="0"/>
                  <a:pt x="30256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513753" y="1435652"/>
            <a:ext cx="3891435" cy="4833862"/>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515079" y="6387128"/>
            <a:ext cx="27037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61039346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54" y="219456"/>
            <a:ext cx="3234982" cy="1577218"/>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185854" y="1796675"/>
            <a:ext cx="3234982" cy="4471476"/>
          </a:xfrm>
        </p:spPr>
        <p:txBody>
          <a:bodyPr vert="horz" lIns="91440" tIns="45720" rIns="91440" bIns="45720" rtlCol="0" anchor="b">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78705" y="6387128"/>
            <a:ext cx="2095770"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206416" y="6390795"/>
            <a:ext cx="1032084" cy="338328"/>
          </a:xfrm>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238500" y="6390795"/>
            <a:ext cx="457200" cy="338328"/>
          </a:xfrm>
        </p:spPr>
        <p:txBody>
          <a:bodyPr/>
          <a:lstStyle/>
          <a:p>
            <a:fld id="{165503B2-06EC-FA4E-8244-7D5DAC25D9EF}" type="slidenum">
              <a:rPr lang="en-US" smtClean="0"/>
              <a:t>‹#›</a:t>
            </a:fld>
            <a:endParaRPr lang="en-US"/>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hasCustomPrompt="1"/>
          </p:nvPr>
        </p:nvSpPr>
        <p:spPr>
          <a:xfrm>
            <a:off x="3965783" y="265176"/>
            <a:ext cx="7959517" cy="6327648"/>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30055732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78" y="216452"/>
            <a:ext cx="3381587" cy="2213524"/>
          </a:xfrm>
        </p:spPr>
        <p:txBody>
          <a:bodyPr anchor="t">
            <a:normAutofit/>
          </a:bodyPr>
          <a:lstStyle>
            <a:lvl1pPr>
              <a:defRPr sz="3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62400" y="177492"/>
            <a:ext cx="7962900" cy="2286000"/>
          </a:xfrm>
        </p:spPr>
        <p:txBody>
          <a:bodyPr>
            <a:normAutofit/>
          </a:bodyPr>
          <a:lstStyle>
            <a:lvl1pPr marL="285750" indent="-285750">
              <a:buFont typeface="Arial" panose="020B0604020202020204" pitchFamily="34" charset="0"/>
              <a:buChar char="•"/>
              <a:defRPr sz="1400"/>
            </a:lvl1pPr>
            <a:lvl2pPr marL="514350" indent="-285750">
              <a:buFont typeface="Arial" panose="020B0604020202020204" pitchFamily="34" charset="0"/>
              <a:buChar char="•"/>
              <a:defRPr sz="14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85878" y="2513464"/>
            <a:ext cx="2805405"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30339" y="2516244"/>
            <a:ext cx="1284010" cy="338328"/>
          </a:xfrm>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509585" y="2513464"/>
            <a:ext cx="449306" cy="338328"/>
          </a:xfrm>
        </p:spPr>
        <p:txBody>
          <a:bodyPr/>
          <a:lstStyle/>
          <a:p>
            <a:fld id="{165503B2-06EC-FA4E-8244-7D5DAC25D9EF}" type="slidenum">
              <a:rPr lang="en-US" smtClean="0"/>
              <a:t>‹#›</a:t>
            </a:fld>
            <a:endParaRPr lang="en-US"/>
          </a:p>
        </p:txBody>
      </p:sp>
      <p:sp>
        <p:nvSpPr>
          <p:cNvPr id="10" name="Picture Placeholder 9">
            <a:extLst>
              <a:ext uri="{FF2B5EF4-FFF2-40B4-BE49-F238E27FC236}">
                <a16:creationId xmlns:a16="http://schemas.microsoft.com/office/drawing/2014/main" id="{EE56056E-3484-D9D0-95D5-818FF4C3C8D6}"/>
              </a:ext>
            </a:extLst>
          </p:cNvPr>
          <p:cNvSpPr>
            <a:spLocks noGrp="1"/>
          </p:cNvSpPr>
          <p:nvPr>
            <p:ph type="pic" sz="quarter" idx="13" hasCustomPrompt="1"/>
          </p:nvPr>
        </p:nvSpPr>
        <p:spPr>
          <a:xfrm>
            <a:off x="274220" y="2935280"/>
            <a:ext cx="11651080" cy="3656020"/>
          </a:xfrm>
          <a:custGeom>
            <a:avLst/>
            <a:gdLst>
              <a:gd name="connsiteX0" fmla="*/ 298989 w 11651080"/>
              <a:gd name="connsiteY0" fmla="*/ 0 h 3656020"/>
              <a:gd name="connsiteX1" fmla="*/ 11352091 w 11651080"/>
              <a:gd name="connsiteY1" fmla="*/ 0 h 3656020"/>
              <a:gd name="connsiteX2" fmla="*/ 11651080 w 11651080"/>
              <a:gd name="connsiteY2" fmla="*/ 298989 h 3656020"/>
              <a:gd name="connsiteX3" fmla="*/ 11651080 w 11651080"/>
              <a:gd name="connsiteY3" fmla="*/ 3357031 h 3656020"/>
              <a:gd name="connsiteX4" fmla="*/ 11352091 w 11651080"/>
              <a:gd name="connsiteY4" fmla="*/ 3656020 h 3656020"/>
              <a:gd name="connsiteX5" fmla="*/ 298989 w 11651080"/>
              <a:gd name="connsiteY5" fmla="*/ 3656020 h 3656020"/>
              <a:gd name="connsiteX6" fmla="*/ 0 w 11651080"/>
              <a:gd name="connsiteY6" fmla="*/ 3357031 h 3656020"/>
              <a:gd name="connsiteX7" fmla="*/ 0 w 11651080"/>
              <a:gd name="connsiteY7" fmla="*/ 298989 h 3656020"/>
              <a:gd name="connsiteX8" fmla="*/ 298989 w 11651080"/>
              <a:gd name="connsiteY8" fmla="*/ 0 h 3656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1080" h="3656020">
                <a:moveTo>
                  <a:pt x="298989" y="0"/>
                </a:moveTo>
                <a:lnTo>
                  <a:pt x="11352091" y="0"/>
                </a:lnTo>
                <a:cubicBezTo>
                  <a:pt x="11517218" y="0"/>
                  <a:pt x="11651080" y="133862"/>
                  <a:pt x="11651080" y="298989"/>
                </a:cubicBezTo>
                <a:lnTo>
                  <a:pt x="11651080" y="3357031"/>
                </a:lnTo>
                <a:cubicBezTo>
                  <a:pt x="11651080" y="3522158"/>
                  <a:pt x="11517218" y="3656020"/>
                  <a:pt x="11352091" y="3656020"/>
                </a:cubicBezTo>
                <a:lnTo>
                  <a:pt x="298989" y="3656020"/>
                </a:lnTo>
                <a:cubicBezTo>
                  <a:pt x="133862" y="3656020"/>
                  <a:pt x="0" y="3522158"/>
                  <a:pt x="0" y="3357031"/>
                </a:cubicBezTo>
                <a:lnTo>
                  <a:pt x="0" y="298989"/>
                </a:lnTo>
                <a:cubicBezTo>
                  <a:pt x="0" y="133862"/>
                  <a:pt x="133862" y="0"/>
                  <a:pt x="29898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319100888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3172641" cy="3145019"/>
          </a:xfrm>
        </p:spPr>
        <p:txBody>
          <a:bodyPr anchor="t">
            <a:normAutofit/>
          </a:bodyPr>
          <a:lstStyle>
            <a:lvl1pPr>
              <a:defRPr sz="3000"/>
            </a:lvl1pPr>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A95997E6-BE07-E83F-D207-0CADA004E02A}"/>
              </a:ext>
            </a:extLst>
          </p:cNvPr>
          <p:cNvSpPr>
            <a:spLocks noGrp="1"/>
          </p:cNvSpPr>
          <p:nvPr>
            <p:ph type="pic" sz="quarter" idx="15" hasCustomPrompt="1"/>
          </p:nvPr>
        </p:nvSpPr>
        <p:spPr>
          <a:xfrm>
            <a:off x="4000500" y="265332"/>
            <a:ext cx="7924800" cy="3095837"/>
          </a:xfrm>
          <a:custGeom>
            <a:avLst/>
            <a:gdLst>
              <a:gd name="connsiteX0" fmla="*/ 282309 w 8229600"/>
              <a:gd name="connsiteY0" fmla="*/ 0 h 3095837"/>
              <a:gd name="connsiteX1" fmla="*/ 7947291 w 8229600"/>
              <a:gd name="connsiteY1" fmla="*/ 0 h 3095837"/>
              <a:gd name="connsiteX2" fmla="*/ 8229600 w 8229600"/>
              <a:gd name="connsiteY2" fmla="*/ 282309 h 3095837"/>
              <a:gd name="connsiteX3" fmla="*/ 8229600 w 8229600"/>
              <a:gd name="connsiteY3" fmla="*/ 2813528 h 3095837"/>
              <a:gd name="connsiteX4" fmla="*/ 7947291 w 8229600"/>
              <a:gd name="connsiteY4" fmla="*/ 3095837 h 3095837"/>
              <a:gd name="connsiteX5" fmla="*/ 282309 w 8229600"/>
              <a:gd name="connsiteY5" fmla="*/ 3095837 h 3095837"/>
              <a:gd name="connsiteX6" fmla="*/ 0 w 8229600"/>
              <a:gd name="connsiteY6" fmla="*/ 2813528 h 3095837"/>
              <a:gd name="connsiteX7" fmla="*/ 0 w 8229600"/>
              <a:gd name="connsiteY7" fmla="*/ 282309 h 3095837"/>
              <a:gd name="connsiteX8" fmla="*/ 282309 w 8229600"/>
              <a:gd name="connsiteY8" fmla="*/ 0 h 3095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229600" h="3095837">
                <a:moveTo>
                  <a:pt x="282309" y="0"/>
                </a:moveTo>
                <a:lnTo>
                  <a:pt x="7947291" y="0"/>
                </a:lnTo>
                <a:cubicBezTo>
                  <a:pt x="8103206" y="0"/>
                  <a:pt x="8229600" y="126394"/>
                  <a:pt x="8229600" y="282309"/>
                </a:cubicBezTo>
                <a:lnTo>
                  <a:pt x="8229600" y="2813528"/>
                </a:lnTo>
                <a:cubicBezTo>
                  <a:pt x="8229600" y="2969443"/>
                  <a:pt x="8103206" y="3095837"/>
                  <a:pt x="7947291" y="3095837"/>
                </a:cubicBezTo>
                <a:lnTo>
                  <a:pt x="282309" y="3095837"/>
                </a:lnTo>
                <a:cubicBezTo>
                  <a:pt x="126394" y="3095837"/>
                  <a:pt x="0" y="2969443"/>
                  <a:pt x="0" y="2813528"/>
                </a:cubicBezTo>
                <a:lnTo>
                  <a:pt x="0" y="282309"/>
                </a:lnTo>
                <a:cubicBezTo>
                  <a:pt x="0" y="126394"/>
                  <a:pt x="126394" y="0"/>
                  <a:pt x="28230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14565" y="3543597"/>
            <a:ext cx="8010734" cy="2843531"/>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3969235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0E5778B4-3E3F-C3EF-5322-2ECFF646D003}"/>
              </a:ext>
              <a:ext uri="{C183D7F6-B498-43B3-948B-1728B52AA6E4}">
                <adec:decorative xmlns:adec="http://schemas.microsoft.com/office/drawing/2017/decorative" val="1"/>
              </a:ext>
            </a:extLst>
          </p:cNvPr>
          <p:cNvSpPr/>
          <p:nvPr/>
        </p:nvSpPr>
        <p:spPr>
          <a:xfrm>
            <a:off x="1231821" y="760151"/>
            <a:ext cx="9728359" cy="4233673"/>
          </a:xfrm>
          <a:prstGeom prst="roundRect">
            <a:avLst>
              <a:gd name="adj" fmla="val 7502"/>
            </a:avLst>
          </a:pr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32242A1-A384-8CB1-904B-45EEDF23C323}"/>
              </a:ext>
            </a:extLst>
          </p:cNvPr>
          <p:cNvSpPr>
            <a:spLocks noGrp="1"/>
          </p:cNvSpPr>
          <p:nvPr>
            <p:ph type="title"/>
          </p:nvPr>
        </p:nvSpPr>
        <p:spPr>
          <a:xfrm>
            <a:off x="1446276" y="5255159"/>
            <a:ext cx="9299448" cy="1025326"/>
          </a:xfrm>
        </p:spPr>
        <p:txBody>
          <a:bodyPr anchor="ctr">
            <a:normAutofit/>
          </a:bodyPr>
          <a:lstStyle>
            <a:lvl1pPr algn="ctr">
              <a:lnSpc>
                <a:spcPct val="90000"/>
              </a:lnSpc>
              <a:defRPr sz="2400" spc="-50" baseline="0">
                <a:solidFill>
                  <a:schemeClr val="tx1"/>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76F59BDE-94E7-56D6-3D7F-6145311BA2D8}"/>
              </a:ext>
            </a:extLst>
          </p:cNvPr>
          <p:cNvSpPr>
            <a:spLocks noGrp="1"/>
          </p:cNvSpPr>
          <p:nvPr>
            <p:ph sz="quarter" idx="13" hasCustomPrompt="1"/>
          </p:nvPr>
        </p:nvSpPr>
        <p:spPr>
          <a:xfrm>
            <a:off x="1446276" y="1293091"/>
            <a:ext cx="9299448" cy="3943921"/>
          </a:xfrm>
        </p:spPr>
        <p:txBody>
          <a:bodyPr anchor="ctr">
            <a:normAutofit/>
          </a:bodyPr>
          <a:lstStyle>
            <a:lvl1pPr marL="0" indent="0" algn="ctr">
              <a:lnSpc>
                <a:spcPct val="80000"/>
              </a:lnSpc>
              <a:buNone/>
              <a:defRPr sz="26000" spc="-100" baseline="0">
                <a:solidFill>
                  <a:schemeClr val="tx1"/>
                </a:solidFill>
              </a:defRPr>
            </a:lvl1pPr>
          </a:lstStyle>
          <a:p>
            <a:pPr lvl="0"/>
            <a:r>
              <a:rPr lang="en-US" dirty="0"/>
              <a:t>XX%</a:t>
            </a:r>
          </a:p>
        </p:txBody>
      </p:sp>
      <p:sp>
        <p:nvSpPr>
          <p:cNvPr id="4" name="Footer Placeholder 3">
            <a:extLst>
              <a:ext uri="{FF2B5EF4-FFF2-40B4-BE49-F238E27FC236}">
                <a16:creationId xmlns:a16="http://schemas.microsoft.com/office/drawing/2014/main" id="{6D6D72DC-8ED1-FAB8-CD4C-7BDCAEA2C3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14C6FDB9-A3B3-A4DB-D081-D27ECC7043C1}"/>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CFBFCFB0-1D5D-C25F-A74C-5CFB9C1950CF}"/>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07070200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2880" y="173736"/>
            <a:ext cx="10475499" cy="4850651"/>
          </a:xfrm>
        </p:spPr>
        <p:txBody>
          <a:bodyPr anchor="t">
            <a:noAutofit/>
          </a:bodyPr>
          <a:lstStyle>
            <a:lvl1pPr marL="0" indent="0">
              <a:lnSpc>
                <a:spcPct val="90000"/>
              </a:lnSpc>
              <a:buNone/>
              <a:defRPr sz="7600" b="0" cap="none" spc="-50" baseline="0"/>
            </a:lvl1pPr>
            <a:lvl2pPr marL="228600" indent="0">
              <a:lnSpc>
                <a:spcPct val="90000"/>
              </a:lnSpc>
              <a:buNone/>
              <a:defRPr sz="6600" b="0" cap="none" spc="-50" baseline="0"/>
            </a:lvl2pPr>
            <a:lvl3pPr marL="457200" indent="0">
              <a:lnSpc>
                <a:spcPct val="90000"/>
              </a:lnSpc>
              <a:buNone/>
              <a:defRPr sz="6000" b="0" cap="none" spc="-50" baseline="0"/>
            </a:lvl3pPr>
            <a:lvl4pPr marL="685800" indent="0">
              <a:lnSpc>
                <a:spcPct val="90000"/>
              </a:lnSpc>
              <a:buNone/>
              <a:defRPr sz="5400" b="0" cap="none" spc="-50" baseline="0"/>
            </a:lvl4pPr>
            <a:lvl5pPr marL="914400" indent="0">
              <a:lnSpc>
                <a:spcPct val="90000"/>
              </a:lnSpc>
              <a:buNone/>
              <a:defRPr sz="4800" b="0" cap="none" spc="-50" baseline="0"/>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46979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1542D-3EA5-35E3-406E-8496EA7D4045}"/>
              </a:ext>
            </a:extLst>
          </p:cNvPr>
          <p:cNvSpPr>
            <a:spLocks noGrp="1"/>
          </p:cNvSpPr>
          <p:nvPr>
            <p:ph type="title" hasCustomPrompt="1"/>
          </p:nvPr>
        </p:nvSpPr>
        <p:spPr>
          <a:xfrm>
            <a:off x="1388784" y="5029200"/>
            <a:ext cx="9198864" cy="713232"/>
          </a:xfrm>
        </p:spPr>
        <p:txBody>
          <a:bodyPr anchor="t">
            <a:normAutofit/>
          </a:bodyPr>
          <a:lstStyle>
            <a:lvl1pPr>
              <a:lnSpc>
                <a:spcPct val="90000"/>
              </a:lnSpc>
              <a:defRPr sz="2000" b="1" spc="-50" baseline="0">
                <a:solidFill>
                  <a:schemeClr val="accent1"/>
                </a:solidFill>
              </a:defRPr>
            </a:lvl1pPr>
          </a:lstStyle>
          <a:p>
            <a:r>
              <a:rPr lang="en-US" dirty="0"/>
              <a:t>Quote Author</a:t>
            </a:r>
          </a:p>
        </p:txBody>
      </p:sp>
      <p:sp>
        <p:nvSpPr>
          <p:cNvPr id="7" name="Content Placeholder 6">
            <a:extLst>
              <a:ext uri="{FF2B5EF4-FFF2-40B4-BE49-F238E27FC236}">
                <a16:creationId xmlns:a16="http://schemas.microsoft.com/office/drawing/2014/main" id="{1BBD3F2A-2B85-D7B7-24A2-D01A281CD792}"/>
              </a:ext>
            </a:extLst>
          </p:cNvPr>
          <p:cNvSpPr>
            <a:spLocks noGrp="1"/>
          </p:cNvSpPr>
          <p:nvPr>
            <p:ph sz="quarter" idx="13" hasCustomPrompt="1"/>
          </p:nvPr>
        </p:nvSpPr>
        <p:spPr>
          <a:xfrm>
            <a:off x="1388784" y="1115568"/>
            <a:ext cx="9198864" cy="3584448"/>
          </a:xfrm>
        </p:spPr>
        <p:txBody>
          <a:bodyPr anchor="ctr">
            <a:normAutofit/>
          </a:bodyPr>
          <a:lstStyle>
            <a:lvl1pPr marL="137160" indent="-137160">
              <a:lnSpc>
                <a:spcPct val="90000"/>
              </a:lnSpc>
              <a:spcBef>
                <a:spcPts val="0"/>
              </a:spcBef>
              <a:buFont typeface="Arial" panose="020B0604020202020204" pitchFamily="34" charset="0"/>
              <a:buNone/>
              <a:defRPr sz="5000" spc="-50" baseline="0"/>
            </a:lvl1pPr>
          </a:lstStyle>
          <a:p>
            <a:pPr lvl="0"/>
            <a:r>
              <a:rPr lang="en-US" dirty="0"/>
              <a:t>Click to edit Quote</a:t>
            </a:r>
          </a:p>
        </p:txBody>
      </p:sp>
      <p:sp>
        <p:nvSpPr>
          <p:cNvPr id="4" name="Footer Placeholder 3">
            <a:extLst>
              <a:ext uri="{FF2B5EF4-FFF2-40B4-BE49-F238E27FC236}">
                <a16:creationId xmlns:a16="http://schemas.microsoft.com/office/drawing/2014/main" id="{A4AFB98B-06E5-997A-53DA-CC0E6A618ED8}"/>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5E4CA6F2-8C52-8488-999E-FEF7877BAFC3}"/>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1159DD64-9865-92B3-BED2-F770E9763D7C}"/>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6857244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11326704" cy="1041564"/>
          </a:xfrm>
        </p:spPr>
        <p:txBody>
          <a:bodyPr/>
          <a:lstStyle/>
          <a:p>
            <a:r>
              <a:rPr lang="en-US"/>
              <a:t>Click to edit Master title style</a:t>
            </a:r>
            <a:endParaRPr lang="en-US" dirty="0"/>
          </a:p>
        </p:txBody>
      </p:sp>
      <p:sp>
        <p:nvSpPr>
          <p:cNvPr id="8" name="Content Placeholder 3">
            <a:extLst>
              <a:ext uri="{FF2B5EF4-FFF2-40B4-BE49-F238E27FC236}">
                <a16:creationId xmlns:a16="http://schemas.microsoft.com/office/drawing/2014/main" id="{12E940BF-81C2-1FFB-391F-670B2E738E5C}"/>
              </a:ext>
            </a:extLst>
          </p:cNvPr>
          <p:cNvSpPr>
            <a:spLocks noGrp="1"/>
          </p:cNvSpPr>
          <p:nvPr>
            <p:ph sz="quarter" idx="15"/>
          </p:nvPr>
        </p:nvSpPr>
        <p:spPr>
          <a:xfrm>
            <a:off x="182880" y="1645920"/>
            <a:ext cx="5420409" cy="4741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3">
            <a:extLst>
              <a:ext uri="{FF2B5EF4-FFF2-40B4-BE49-F238E27FC236}">
                <a16:creationId xmlns:a16="http://schemas.microsoft.com/office/drawing/2014/main" id="{FB763AB3-1DFB-9F9F-2339-33F3C49C8C10}"/>
              </a:ext>
            </a:extLst>
          </p:cNvPr>
          <p:cNvSpPr>
            <a:spLocks noGrp="1"/>
          </p:cNvSpPr>
          <p:nvPr>
            <p:ph sz="quarter" idx="16"/>
          </p:nvPr>
        </p:nvSpPr>
        <p:spPr>
          <a:xfrm>
            <a:off x="6248400" y="1645920"/>
            <a:ext cx="5261184" cy="4741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81016839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181186" y="219456"/>
            <a:ext cx="11274552" cy="7898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181185" y="1009307"/>
            <a:ext cx="521208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Content Placeholder 3">
            <a:extLst>
              <a:ext uri="{FF2B5EF4-FFF2-40B4-BE49-F238E27FC236}">
                <a16:creationId xmlns:a16="http://schemas.microsoft.com/office/drawing/2014/main" id="{D6A39E64-722E-F001-F641-974F5225314A}"/>
              </a:ext>
            </a:extLst>
          </p:cNvPr>
          <p:cNvSpPr>
            <a:spLocks noGrp="1"/>
          </p:cNvSpPr>
          <p:nvPr>
            <p:ph sz="quarter" idx="15"/>
          </p:nvPr>
        </p:nvSpPr>
        <p:spPr>
          <a:xfrm>
            <a:off x="181631" y="1649451"/>
            <a:ext cx="5212080"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45352" y="1009307"/>
            <a:ext cx="521208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3">
            <a:extLst>
              <a:ext uri="{FF2B5EF4-FFF2-40B4-BE49-F238E27FC236}">
                <a16:creationId xmlns:a16="http://schemas.microsoft.com/office/drawing/2014/main" id="{4B9C0BFD-5C7B-FA0D-DCE8-95D24728FEB0}"/>
              </a:ext>
            </a:extLst>
          </p:cNvPr>
          <p:cNvSpPr>
            <a:spLocks noGrp="1"/>
          </p:cNvSpPr>
          <p:nvPr>
            <p:ph sz="quarter" idx="16"/>
          </p:nvPr>
        </p:nvSpPr>
        <p:spPr>
          <a:xfrm>
            <a:off x="6245352" y="1649451"/>
            <a:ext cx="5212080"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45409556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306552404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45163949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7861" y="207228"/>
            <a:ext cx="11001943" cy="1790700"/>
          </a:xfrm>
        </p:spPr>
        <p:txBody>
          <a:bodyPr anchor="t">
            <a:noAutofit/>
          </a:bodyPr>
          <a:lstStyle>
            <a:lvl1pPr>
              <a:defRPr sz="72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1022195" y="3264408"/>
            <a:ext cx="10147610"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52725963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2915580" y="1089247"/>
            <a:ext cx="6360840" cy="2171716"/>
          </a:xfrm>
        </p:spPr>
        <p:txBody>
          <a:bodyPr anchor="b">
            <a:noAutofit/>
          </a:bodyPr>
          <a:lstStyle>
            <a:lvl1pPr algn="ctr">
              <a:defRPr sz="720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3322864" y="3499880"/>
            <a:ext cx="5543550" cy="1771650"/>
          </a:xfrm>
        </p:spPr>
        <p:txBody>
          <a:bodyPr vert="horz" lIns="91440" tIns="45720" rIns="91440" bIns="45720" rtlCol="0">
            <a:normAutofit/>
          </a:bodyPr>
          <a:lstStyle>
            <a:lvl1pPr marL="0" indent="0" algn="ctr">
              <a:buNone/>
              <a:defRPr lang="en-US" sz="1600" dirty="0"/>
            </a:lvl1pPr>
            <a:lvl2pPr marL="228600" indent="0" algn="ctr">
              <a:buNone/>
              <a:defRPr lang="en-US" sz="1600" dirty="0"/>
            </a:lvl2pPr>
            <a:lvl3pPr marL="457200" indent="0" algn="ctr">
              <a:buNone/>
              <a:defRPr lang="en-US" sz="1600" dirty="0"/>
            </a:lvl3pPr>
            <a:lvl4pPr marL="685800" indent="0" algn="ctr">
              <a:buNone/>
              <a:defRPr lang="en-US" sz="1600" dirty="0"/>
            </a:lvl4pPr>
            <a:lvl5pPr marL="914400" indent="0" algn="ctr">
              <a:buNone/>
              <a:defRPr lang="en-US" sz="16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4253885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82880" y="219456"/>
            <a:ext cx="10835640" cy="969264"/>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82880" y="1183206"/>
            <a:ext cx="10835640" cy="50886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178704" y="6387128"/>
            <a:ext cx="2703777" cy="338328"/>
          </a:xfrm>
          <a:prstGeom prst="rect">
            <a:avLst/>
          </a:prstGeom>
        </p:spPr>
        <p:txBody>
          <a:bodyPr vert="horz" lIns="91440" tIns="45720" rIns="91440" bIns="45720" rtlCol="0" anchor="ctr"/>
          <a:lstStyle>
            <a:lvl1pPr algn="l">
              <a:defRPr sz="750">
                <a:solidFill>
                  <a:schemeClr val="tx1"/>
                </a:solidFill>
              </a:defRPr>
            </a:lvl1pPr>
          </a:lstStyle>
          <a:p>
            <a:endParaRPr lang="en-US"/>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0477500" y="6387128"/>
            <a:ext cx="1032084" cy="338328"/>
          </a:xfrm>
          <a:prstGeom prst="rect">
            <a:avLst/>
          </a:prstGeom>
        </p:spPr>
        <p:txBody>
          <a:bodyPr vert="horz" lIns="91440" tIns="45720" rIns="91440" bIns="45720" rtlCol="0" anchor="ctr"/>
          <a:lstStyle>
            <a:lvl1pPr algn="r">
              <a:defRPr sz="750">
                <a:solidFill>
                  <a:schemeClr val="tx1"/>
                </a:solidFill>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509584" y="6387128"/>
            <a:ext cx="457200" cy="338328"/>
          </a:xfrm>
          <a:prstGeom prst="rect">
            <a:avLst/>
          </a:prstGeom>
        </p:spPr>
        <p:txBody>
          <a:bodyPr vert="horz" lIns="91440" tIns="45720" rIns="91440" bIns="45720" rtlCol="0" anchor="ctr"/>
          <a:lstStyle>
            <a:lvl1pPr algn="r">
              <a:defRPr sz="750">
                <a:solidFill>
                  <a:schemeClr val="tx1"/>
                </a:solidFill>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37066928"/>
      </p:ext>
    </p:extLst>
  </p:cSld>
  <p:clrMap bg1="dk1" tx1="lt1" bg2="dk2" tx2="lt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76" r:id="rId14"/>
    <p:sldLayoutId id="2147483777" r:id="rId15"/>
    <p:sldLayoutId id="2147483778" r:id="rId16"/>
    <p:sldLayoutId id="2147483779" r:id="rId17"/>
    <p:sldLayoutId id="2147483780" r:id="rId18"/>
    <p:sldLayoutId id="2147483781" r:id="rId19"/>
    <p:sldLayoutId id="2147483782" r:id="rId20"/>
    <p:sldLayoutId id="2147483783" r:id="rId21"/>
    <p:sldLayoutId id="2147483784" r:id="rId22"/>
    <p:sldLayoutId id="2147483785" r:id="rId23"/>
    <p:sldLayoutId id="2147483786" r:id="rId24"/>
    <p:sldLayoutId id="2147483787" r:id="rId25"/>
    <p:sldLayoutId id="2147483788" r:id="rId26"/>
    <p:sldLayoutId id="2147483789" r:id="rId27"/>
  </p:sldLayoutIdLst>
  <p:txStyles>
    <p:titleStyle>
      <a:lvl1pPr algn="l" defTabSz="914400" rtl="0" eaLnBrk="1" latinLnBrk="0" hangingPunct="1">
        <a:lnSpc>
          <a:spcPct val="85000"/>
        </a:lnSpc>
        <a:spcBef>
          <a:spcPct val="0"/>
        </a:spcBef>
        <a:buNone/>
        <a:defRPr sz="3000" b="0" kern="1200" spc="-100" baseline="0">
          <a:solidFill>
            <a:schemeClr val="tx1"/>
          </a:solidFill>
          <a:latin typeface="+mj-lt"/>
          <a:ea typeface="+mj-ea"/>
          <a:cs typeface="+mj-cs"/>
        </a:defRPr>
      </a:lvl1pPr>
    </p:titleStyle>
    <p:bodyStyle>
      <a:lvl1pPr marL="285750" indent="-28575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5143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7429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715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2001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68">
          <p15:clr>
            <a:srgbClr val="F26B43"/>
          </p15:clr>
        </p15:guide>
        <p15:guide id="4" orient="horz" pos="168">
          <p15:clr>
            <a:srgbClr val="F26B43"/>
          </p15:clr>
        </p15:guide>
        <p15:guide id="5" pos="7512">
          <p15:clr>
            <a:srgbClr val="F26B43"/>
          </p15:clr>
        </p15:guide>
        <p15:guide id="6" orient="horz" pos="4152">
          <p15:clr>
            <a:srgbClr val="F26B43"/>
          </p15:clr>
        </p15:guide>
        <p15:guide id="12" pos="4728">
          <p15:clr>
            <a:srgbClr val="F26B43"/>
          </p15:clr>
        </p15:guide>
        <p15:guide id="13" pos="5328">
          <p15:clr>
            <a:srgbClr val="F26B43"/>
          </p15:clr>
        </p15:guide>
        <p15:guide id="26" pos="2952">
          <p15:clr>
            <a:srgbClr val="F26B43"/>
          </p15:clr>
        </p15:guide>
        <p15:guide id="27" pos="3096">
          <p15:clr>
            <a:srgbClr val="F26B43"/>
          </p15:clr>
        </p15:guide>
        <p15:guide id="29" pos="4128">
          <p15:clr>
            <a:srgbClr val="F26B43"/>
          </p15:clr>
        </p15:guide>
        <p15:guide id="30" pos="1392">
          <p15:clr>
            <a:srgbClr val="F26B43"/>
          </p15:clr>
        </p15:guide>
        <p15:guide id="31" pos="86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hyperlink" Target="https://data.montgomerycountymd.gov/" TargetMode="External"/><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4.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4.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4.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4.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4.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4.xml"/></Relationships>
</file>

<file path=ppt/slides/_rels/slide14.xml.rels><?xml version="1.0" encoding="UTF-8" standalone="yes"?>
<Relationships xmlns="http://schemas.openxmlformats.org/package/2006/relationships"><Relationship Id="rId3" Type="http://schemas.openxmlformats.org/officeDocument/2006/relationships/hyperlink" Target="https://data.montgomerycountymd.gov/Environment/2023-Energy-Benchmarking-All-Sites/ensr-8pr2/about_data" TargetMode="External"/><Relationship Id="rId2" Type="http://schemas.openxmlformats.org/officeDocument/2006/relationships/notesSlide" Target="../notesSlides/notesSlide13.xml"/><Relationship Id="rId1" Type="http://schemas.openxmlformats.org/officeDocument/2006/relationships/slideLayout" Target="../slideLayouts/slideLayout24.xml"/><Relationship Id="rId4" Type="http://schemas.openxmlformats.org/officeDocument/2006/relationships/hyperlink" Target="https://www.energystar.gov/buildings/benchmark"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AD69E-5616-773B-41D6-8588CF78ECB9}"/>
              </a:ext>
            </a:extLst>
          </p:cNvPr>
          <p:cNvSpPr>
            <a:spLocks noGrp="1"/>
          </p:cNvSpPr>
          <p:nvPr>
            <p:ph type="ctrTitle"/>
          </p:nvPr>
        </p:nvSpPr>
        <p:spPr>
          <a:xfrm>
            <a:off x="451821" y="451821"/>
            <a:ext cx="11521440" cy="1731981"/>
          </a:xfrm>
        </p:spPr>
        <p:txBody>
          <a:bodyPr>
            <a:normAutofit/>
          </a:bodyPr>
          <a:lstStyle/>
          <a:p>
            <a:r>
              <a:rPr lang="en-US" sz="4400" dirty="0">
                <a:solidFill>
                  <a:schemeClr val="tx1"/>
                </a:solidFill>
              </a:rPr>
              <a:t>Which types of buildings in Montgomery County are Energy – Efficient?</a:t>
            </a:r>
            <a:endParaRPr lang="en-US" dirty="0">
              <a:solidFill>
                <a:schemeClr val="tx1"/>
              </a:solidFill>
            </a:endParaRPr>
          </a:p>
        </p:txBody>
      </p:sp>
      <p:sp>
        <p:nvSpPr>
          <p:cNvPr id="3" name="Subtitle 2">
            <a:extLst>
              <a:ext uri="{FF2B5EF4-FFF2-40B4-BE49-F238E27FC236}">
                <a16:creationId xmlns:a16="http://schemas.microsoft.com/office/drawing/2014/main" id="{72AA8659-6ECA-212D-113C-5541319575E9}"/>
              </a:ext>
            </a:extLst>
          </p:cNvPr>
          <p:cNvSpPr>
            <a:spLocks noGrp="1"/>
          </p:cNvSpPr>
          <p:nvPr>
            <p:ph type="subTitle" idx="1"/>
          </p:nvPr>
        </p:nvSpPr>
        <p:spPr>
          <a:xfrm>
            <a:off x="2420471" y="2635625"/>
            <a:ext cx="7691717" cy="3227294"/>
          </a:xfrm>
        </p:spPr>
        <p:txBody>
          <a:bodyPr>
            <a:normAutofit/>
          </a:bodyPr>
          <a:lstStyle/>
          <a:p>
            <a:r>
              <a:rPr lang="en-US" sz="3200" dirty="0">
                <a:solidFill>
                  <a:schemeClr val="tx1"/>
                </a:solidFill>
              </a:rPr>
              <a:t>Alissa Ouspenskaia</a:t>
            </a:r>
          </a:p>
          <a:p>
            <a:r>
              <a:rPr lang="en-US" sz="3200" dirty="0">
                <a:solidFill>
                  <a:schemeClr val="tx1"/>
                </a:solidFill>
              </a:rPr>
              <a:t>DATA 110 </a:t>
            </a:r>
          </a:p>
          <a:p>
            <a:r>
              <a:rPr lang="en-US" sz="3200" dirty="0">
                <a:solidFill>
                  <a:schemeClr val="tx1"/>
                </a:solidFill>
              </a:rPr>
              <a:t>Montgomery College, Fall 2026</a:t>
            </a:r>
          </a:p>
          <a:p>
            <a:endParaRPr lang="en-US" sz="3200" dirty="0">
              <a:solidFill>
                <a:schemeClr val="tx1"/>
              </a:solidFill>
            </a:endParaRPr>
          </a:p>
        </p:txBody>
      </p:sp>
    </p:spTree>
    <p:extLst>
      <p:ext uri="{BB962C8B-B14F-4D97-AF65-F5344CB8AC3E}">
        <p14:creationId xmlns:p14="http://schemas.microsoft.com/office/powerpoint/2010/main" val="16313313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42455B7-AC97-EAC1-0816-7CEF95362226}"/>
              </a:ext>
            </a:extLst>
          </p:cNvPr>
          <p:cNvSpPr>
            <a:spLocks noGrp="1"/>
          </p:cNvSpPr>
          <p:nvPr>
            <p:ph type="title"/>
          </p:nvPr>
        </p:nvSpPr>
        <p:spPr>
          <a:xfrm>
            <a:off x="217170" y="1213866"/>
            <a:ext cx="10835640" cy="969264"/>
          </a:xfrm>
        </p:spPr>
        <p:txBody>
          <a:bodyPr>
            <a:normAutofit/>
          </a:bodyPr>
          <a:lstStyle/>
          <a:p>
            <a:r>
              <a:rPr lang="en-US" sz="3200" dirty="0"/>
              <a:t>Source Dataset:</a:t>
            </a:r>
          </a:p>
        </p:txBody>
      </p:sp>
      <p:sp>
        <p:nvSpPr>
          <p:cNvPr id="3" name="TextBox 2">
            <a:extLst>
              <a:ext uri="{FF2B5EF4-FFF2-40B4-BE49-F238E27FC236}">
                <a16:creationId xmlns:a16="http://schemas.microsoft.com/office/drawing/2014/main" id="{6D7B41C1-F479-119B-6FA0-B15CF19CB19B}"/>
              </a:ext>
            </a:extLst>
          </p:cNvPr>
          <p:cNvSpPr txBox="1"/>
          <p:nvPr/>
        </p:nvSpPr>
        <p:spPr>
          <a:xfrm>
            <a:off x="1330932" y="2626129"/>
            <a:ext cx="8127403" cy="2646878"/>
          </a:xfrm>
          <a:prstGeom prst="rect">
            <a:avLst/>
          </a:prstGeom>
          <a:noFill/>
        </p:spPr>
        <p:txBody>
          <a:bodyPr wrap="square">
            <a:spAutoFit/>
          </a:bodyPr>
          <a:lstStyle/>
          <a:p>
            <a:r>
              <a:rPr lang="en-US" sz="2800" dirty="0"/>
              <a:t>2023 Energy Benchmarking All Sites</a:t>
            </a:r>
          </a:p>
          <a:p>
            <a:endParaRPr lang="en-US" sz="2800" dirty="0"/>
          </a:p>
          <a:p>
            <a:endParaRPr lang="en-US" sz="2800" dirty="0"/>
          </a:p>
          <a:p>
            <a:r>
              <a:rPr lang="en-US" sz="2800" u="sng" dirty="0">
                <a:hlinkClick r:id="rId2">
                  <a:extLst>
                    <a:ext uri="{A12FA001-AC4F-418D-AE19-62706E023703}">
                      <ahyp:hlinkClr xmlns:ahyp="http://schemas.microsoft.com/office/drawing/2018/hyperlinkcolor" val="tx"/>
                    </a:ext>
                  </a:extLst>
                </a:hlinkClick>
              </a:rPr>
              <a:t>https://data.montgomerycountymd.gov</a:t>
            </a:r>
            <a:endParaRPr lang="en-US" sz="2800" u="sng" dirty="0"/>
          </a:p>
          <a:p>
            <a:endParaRPr lang="en-US" dirty="0"/>
          </a:p>
          <a:p>
            <a:endParaRPr lang="en-US" sz="1800" dirty="0"/>
          </a:p>
          <a:p>
            <a:endParaRPr lang="en-US" sz="1800" dirty="0"/>
          </a:p>
        </p:txBody>
      </p:sp>
    </p:spTree>
    <p:extLst>
      <p:ext uri="{BB962C8B-B14F-4D97-AF65-F5344CB8AC3E}">
        <p14:creationId xmlns:p14="http://schemas.microsoft.com/office/powerpoint/2010/main" val="3214372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07587-BCEA-ECF3-EDCA-2890B7B37205}"/>
              </a:ext>
            </a:extLst>
          </p:cNvPr>
          <p:cNvSpPr>
            <a:spLocks noGrp="1"/>
          </p:cNvSpPr>
          <p:nvPr>
            <p:ph type="title"/>
          </p:nvPr>
        </p:nvSpPr>
        <p:spPr>
          <a:xfrm>
            <a:off x="3277641" y="2692145"/>
            <a:ext cx="6415000" cy="1091185"/>
          </a:xfrm>
        </p:spPr>
        <p:txBody>
          <a:bodyPr>
            <a:normAutofit fontScale="90000"/>
          </a:bodyPr>
          <a:lstStyle/>
          <a:p>
            <a:r>
              <a:rPr lang="en-US" sz="4000" dirty="0"/>
              <a:t>What is Benchmarking?</a:t>
            </a:r>
            <a:br>
              <a:rPr lang="en-US" sz="3600" dirty="0"/>
            </a:br>
            <a:br>
              <a:rPr lang="en-US" sz="3600" dirty="0"/>
            </a:br>
            <a:br>
              <a:rPr lang="en-US" sz="3600" dirty="0"/>
            </a:br>
            <a:br>
              <a:rPr lang="en-US" sz="3600" dirty="0"/>
            </a:br>
            <a:br>
              <a:rPr lang="en-US" dirty="0"/>
            </a:br>
            <a:br>
              <a:rPr lang="en-US" dirty="0"/>
            </a:br>
            <a:br>
              <a:rPr lang="en-US" dirty="0"/>
            </a:br>
            <a:br>
              <a:rPr lang="en-US" dirty="0"/>
            </a:br>
            <a:br>
              <a:rPr lang="en-US" dirty="0"/>
            </a:br>
            <a:endParaRPr lang="en-US" b="1" dirty="0"/>
          </a:p>
        </p:txBody>
      </p:sp>
    </p:spTree>
    <p:extLst>
      <p:ext uri="{BB962C8B-B14F-4D97-AF65-F5344CB8AC3E}">
        <p14:creationId xmlns:p14="http://schemas.microsoft.com/office/powerpoint/2010/main" val="10867370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B3986-78F3-ABAC-7921-CFEC2952661B}"/>
              </a:ext>
            </a:extLst>
          </p:cNvPr>
          <p:cNvSpPr>
            <a:spLocks noGrp="1"/>
          </p:cNvSpPr>
          <p:nvPr>
            <p:ph type="title"/>
          </p:nvPr>
        </p:nvSpPr>
        <p:spPr>
          <a:xfrm>
            <a:off x="182880" y="219456"/>
            <a:ext cx="10835640" cy="791926"/>
          </a:xfrm>
        </p:spPr>
        <p:txBody>
          <a:bodyPr>
            <a:normAutofit/>
          </a:bodyPr>
          <a:lstStyle/>
          <a:p>
            <a:r>
              <a:rPr lang="en-US" sz="3200" dirty="0"/>
              <a:t>Exploratory Analysis </a:t>
            </a:r>
          </a:p>
        </p:txBody>
      </p:sp>
      <p:sp>
        <p:nvSpPr>
          <p:cNvPr id="4" name="TextBox 3">
            <a:extLst>
              <a:ext uri="{FF2B5EF4-FFF2-40B4-BE49-F238E27FC236}">
                <a16:creationId xmlns:a16="http://schemas.microsoft.com/office/drawing/2014/main" id="{9F5E170C-F976-2954-22A2-6DD6024FD83B}"/>
              </a:ext>
            </a:extLst>
          </p:cNvPr>
          <p:cNvSpPr txBox="1"/>
          <p:nvPr/>
        </p:nvSpPr>
        <p:spPr>
          <a:xfrm>
            <a:off x="1512101" y="1011382"/>
            <a:ext cx="10295313" cy="5152308"/>
          </a:xfrm>
          <a:prstGeom prst="rect">
            <a:avLst/>
          </a:prstGeom>
          <a:noFill/>
        </p:spPr>
        <p:txBody>
          <a:bodyPr wrap="square" rtlCol="0">
            <a:spAutoFit/>
          </a:bodyPr>
          <a:lstStyle/>
          <a:p>
            <a:pPr>
              <a:lnSpc>
                <a:spcPct val="200000"/>
              </a:lnSpc>
            </a:pPr>
            <a:r>
              <a:rPr lang="en-US" sz="2400" dirty="0"/>
              <a:t>1846 rows, 27 columns </a:t>
            </a:r>
          </a:p>
          <a:p>
            <a:pPr>
              <a:lnSpc>
                <a:spcPct val="200000"/>
              </a:lnSpc>
            </a:pPr>
            <a:r>
              <a:rPr lang="en-US" sz="2400" dirty="0"/>
              <a:t>25 duplicate entries</a:t>
            </a:r>
          </a:p>
          <a:p>
            <a:pPr>
              <a:lnSpc>
                <a:spcPct val="200000"/>
              </a:lnSpc>
            </a:pPr>
            <a:r>
              <a:rPr lang="en-US" sz="2400" dirty="0"/>
              <a:t>1821 remaining</a:t>
            </a:r>
          </a:p>
          <a:p>
            <a:pPr>
              <a:lnSpc>
                <a:spcPct val="200000"/>
              </a:lnSpc>
            </a:pPr>
            <a:r>
              <a:rPr lang="en-US" sz="2400" dirty="0"/>
              <a:t>Missing ID numbers and addresses</a:t>
            </a:r>
          </a:p>
          <a:p>
            <a:pPr>
              <a:lnSpc>
                <a:spcPct val="200000"/>
              </a:lnSpc>
            </a:pPr>
            <a:r>
              <a:rPr lang="en-US" sz="2400" dirty="0"/>
              <a:t>Electricity (kWh) had the most unique entries:  	1716</a:t>
            </a:r>
          </a:p>
          <a:p>
            <a:pPr>
              <a:lnSpc>
                <a:spcPct val="200000"/>
              </a:lnSpc>
            </a:pPr>
            <a:r>
              <a:rPr lang="en-US" sz="2400" dirty="0"/>
              <a:t>Reported Property Gross Floor Area unique: 		1672</a:t>
            </a:r>
          </a:p>
          <a:p>
            <a:pPr>
              <a:lnSpc>
                <a:spcPct val="200000"/>
              </a:lnSpc>
            </a:pPr>
            <a:r>
              <a:rPr lang="en-US" sz="2400" dirty="0"/>
              <a:t>Total GHG Emissions (Metric Tons CO2e) unique:  	1619</a:t>
            </a:r>
          </a:p>
        </p:txBody>
      </p:sp>
    </p:spTree>
    <p:extLst>
      <p:ext uri="{BB962C8B-B14F-4D97-AF65-F5344CB8AC3E}">
        <p14:creationId xmlns:p14="http://schemas.microsoft.com/office/powerpoint/2010/main" val="28432651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CE1E1-1798-58AE-70B0-42B792392228}"/>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4FA671C-49F3-7EDE-329D-407806844210}"/>
              </a:ext>
            </a:extLst>
          </p:cNvPr>
          <p:cNvSpPr>
            <a:spLocks noGrp="1"/>
          </p:cNvSpPr>
          <p:nvPr>
            <p:ph type="title"/>
          </p:nvPr>
        </p:nvSpPr>
        <p:spPr/>
        <p:txBody>
          <a:bodyPr/>
          <a:lstStyle/>
          <a:p>
            <a:r>
              <a:rPr lang="en-US" dirty="0"/>
              <a:t>					</a:t>
            </a:r>
            <a:br>
              <a:rPr lang="en-US" dirty="0"/>
            </a:br>
            <a:r>
              <a:rPr lang="en-US" dirty="0"/>
              <a:t>							Histogram</a:t>
            </a:r>
          </a:p>
        </p:txBody>
      </p:sp>
      <p:pic>
        <p:nvPicPr>
          <p:cNvPr id="3" name="Picture 2">
            <a:extLst>
              <a:ext uri="{FF2B5EF4-FFF2-40B4-BE49-F238E27FC236}">
                <a16:creationId xmlns:a16="http://schemas.microsoft.com/office/drawing/2014/main" id="{960698C5-8852-78C1-170F-56B08C45B10A}"/>
              </a:ext>
            </a:extLst>
          </p:cNvPr>
          <p:cNvPicPr>
            <a:picLocks noChangeAspect="1"/>
          </p:cNvPicPr>
          <p:nvPr/>
        </p:nvPicPr>
        <p:blipFill>
          <a:blip r:embed="rId3"/>
          <a:stretch>
            <a:fillRect/>
          </a:stretch>
        </p:blipFill>
        <p:spPr>
          <a:xfrm>
            <a:off x="568346" y="137252"/>
            <a:ext cx="11055308" cy="6583496"/>
          </a:xfrm>
          <a:prstGeom prst="rect">
            <a:avLst/>
          </a:prstGeom>
        </p:spPr>
      </p:pic>
    </p:spTree>
    <p:extLst>
      <p:ext uri="{BB962C8B-B14F-4D97-AF65-F5344CB8AC3E}">
        <p14:creationId xmlns:p14="http://schemas.microsoft.com/office/powerpoint/2010/main" val="1604359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45521-1203-AF03-096A-156FCB2952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D03AE2-C871-FE83-C7BD-96FE5463E081}"/>
              </a:ext>
            </a:extLst>
          </p:cNvPr>
          <p:cNvSpPr>
            <a:spLocks noGrp="1"/>
          </p:cNvSpPr>
          <p:nvPr>
            <p:ph type="title"/>
          </p:nvPr>
        </p:nvSpPr>
        <p:spPr>
          <a:xfrm>
            <a:off x="971550" y="562356"/>
            <a:ext cx="10835640" cy="791926"/>
          </a:xfrm>
        </p:spPr>
        <p:txBody>
          <a:bodyPr>
            <a:normAutofit/>
          </a:bodyPr>
          <a:lstStyle/>
          <a:p>
            <a:r>
              <a:rPr lang="en-US" sz="3200" dirty="0"/>
              <a:t>Energy Star Scores</a:t>
            </a:r>
          </a:p>
        </p:txBody>
      </p:sp>
      <p:pic>
        <p:nvPicPr>
          <p:cNvPr id="4" name="Picture 3">
            <a:extLst>
              <a:ext uri="{FF2B5EF4-FFF2-40B4-BE49-F238E27FC236}">
                <a16:creationId xmlns:a16="http://schemas.microsoft.com/office/drawing/2014/main" id="{DE22ECB7-C120-0F9B-2934-4B425F713364}"/>
              </a:ext>
            </a:extLst>
          </p:cNvPr>
          <p:cNvPicPr>
            <a:picLocks noChangeAspect="1"/>
          </p:cNvPicPr>
          <p:nvPr/>
        </p:nvPicPr>
        <p:blipFill>
          <a:blip r:embed="rId3"/>
          <a:stretch>
            <a:fillRect/>
          </a:stretch>
        </p:blipFill>
        <p:spPr>
          <a:xfrm>
            <a:off x="845820" y="55634"/>
            <a:ext cx="10664190" cy="6746732"/>
          </a:xfrm>
          <a:prstGeom prst="rect">
            <a:avLst/>
          </a:prstGeom>
        </p:spPr>
      </p:pic>
    </p:spTree>
    <p:extLst>
      <p:ext uri="{BB962C8B-B14F-4D97-AF65-F5344CB8AC3E}">
        <p14:creationId xmlns:p14="http://schemas.microsoft.com/office/powerpoint/2010/main" val="22170547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8EC4-7D06-D0A8-F333-9D6AA72A8A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4F989E-1742-9F9C-D708-B1D26D3B1C58}"/>
              </a:ext>
            </a:extLst>
          </p:cNvPr>
          <p:cNvSpPr>
            <a:spLocks noGrp="1"/>
          </p:cNvSpPr>
          <p:nvPr>
            <p:ph type="title"/>
          </p:nvPr>
        </p:nvSpPr>
        <p:spPr>
          <a:xfrm>
            <a:off x="182880" y="219456"/>
            <a:ext cx="10835640" cy="791926"/>
          </a:xfrm>
        </p:spPr>
        <p:txBody>
          <a:bodyPr>
            <a:normAutofit fontScale="90000"/>
          </a:bodyPr>
          <a:lstStyle/>
          <a:p>
            <a:br>
              <a:rPr lang="en-US" sz="3200" dirty="0"/>
            </a:br>
            <a:r>
              <a:rPr lang="en-US" sz="3200" dirty="0"/>
              <a:t>						Violin Electricity</a:t>
            </a:r>
          </a:p>
        </p:txBody>
      </p:sp>
      <p:pic>
        <p:nvPicPr>
          <p:cNvPr id="5" name="Picture 4">
            <a:extLst>
              <a:ext uri="{FF2B5EF4-FFF2-40B4-BE49-F238E27FC236}">
                <a16:creationId xmlns:a16="http://schemas.microsoft.com/office/drawing/2014/main" id="{7ABC784D-037D-1598-8764-EC54F0C9E1FE}"/>
              </a:ext>
            </a:extLst>
          </p:cNvPr>
          <p:cNvPicPr>
            <a:picLocks noChangeAspect="1"/>
          </p:cNvPicPr>
          <p:nvPr/>
        </p:nvPicPr>
        <p:blipFill>
          <a:blip r:embed="rId3"/>
          <a:stretch>
            <a:fillRect/>
          </a:stretch>
        </p:blipFill>
        <p:spPr>
          <a:xfrm>
            <a:off x="833719" y="99801"/>
            <a:ext cx="10555940" cy="6678247"/>
          </a:xfrm>
          <a:prstGeom prst="rect">
            <a:avLst/>
          </a:prstGeom>
        </p:spPr>
      </p:pic>
    </p:spTree>
    <p:extLst>
      <p:ext uri="{BB962C8B-B14F-4D97-AF65-F5344CB8AC3E}">
        <p14:creationId xmlns:p14="http://schemas.microsoft.com/office/powerpoint/2010/main" val="14252925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BF10-2F27-4FD8-C254-10DA5D9254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162085-1026-5984-442D-00085A0FE72D}"/>
              </a:ext>
            </a:extLst>
          </p:cNvPr>
          <p:cNvSpPr>
            <a:spLocks noGrp="1"/>
          </p:cNvSpPr>
          <p:nvPr>
            <p:ph type="title"/>
          </p:nvPr>
        </p:nvSpPr>
        <p:spPr>
          <a:xfrm>
            <a:off x="182880" y="219456"/>
            <a:ext cx="10835640" cy="791926"/>
          </a:xfrm>
        </p:spPr>
        <p:txBody>
          <a:bodyPr>
            <a:normAutofit fontScale="90000"/>
          </a:bodyPr>
          <a:lstStyle/>
          <a:p>
            <a:br>
              <a:rPr lang="en-US" sz="3200" dirty="0"/>
            </a:br>
            <a:r>
              <a:rPr lang="en-US" sz="3200" dirty="0"/>
              <a:t>	Scatter electricity full</a:t>
            </a:r>
          </a:p>
        </p:txBody>
      </p:sp>
      <p:pic>
        <p:nvPicPr>
          <p:cNvPr id="7" name="Picture 6">
            <a:extLst>
              <a:ext uri="{FF2B5EF4-FFF2-40B4-BE49-F238E27FC236}">
                <a16:creationId xmlns:a16="http://schemas.microsoft.com/office/drawing/2014/main" id="{C23258DC-18E1-D40E-BD45-F41FBD323AEE}"/>
              </a:ext>
            </a:extLst>
          </p:cNvPr>
          <p:cNvPicPr>
            <a:picLocks noChangeAspect="1"/>
          </p:cNvPicPr>
          <p:nvPr/>
        </p:nvPicPr>
        <p:blipFill>
          <a:blip r:embed="rId3"/>
          <a:stretch>
            <a:fillRect/>
          </a:stretch>
        </p:blipFill>
        <p:spPr>
          <a:xfrm>
            <a:off x="887506" y="133830"/>
            <a:ext cx="10421470" cy="6593174"/>
          </a:xfrm>
          <a:prstGeom prst="rect">
            <a:avLst/>
          </a:prstGeom>
        </p:spPr>
      </p:pic>
    </p:spTree>
    <p:extLst>
      <p:ext uri="{BB962C8B-B14F-4D97-AF65-F5344CB8AC3E}">
        <p14:creationId xmlns:p14="http://schemas.microsoft.com/office/powerpoint/2010/main" val="7257408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E715E-BC29-C89C-C6DB-5368686330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42D50D-9C05-B945-E674-8E72A50FB96B}"/>
              </a:ext>
            </a:extLst>
          </p:cNvPr>
          <p:cNvSpPr>
            <a:spLocks noGrp="1"/>
          </p:cNvSpPr>
          <p:nvPr>
            <p:ph type="title"/>
          </p:nvPr>
        </p:nvSpPr>
        <p:spPr>
          <a:xfrm>
            <a:off x="182880" y="219456"/>
            <a:ext cx="10835640" cy="506685"/>
          </a:xfrm>
        </p:spPr>
        <p:txBody>
          <a:bodyPr>
            <a:normAutofit/>
          </a:bodyPr>
          <a:lstStyle/>
          <a:p>
            <a:r>
              <a:rPr lang="en-US" sz="2800" dirty="0"/>
              <a:t>	Electricity use by floor area, zoomed</a:t>
            </a:r>
          </a:p>
        </p:txBody>
      </p:sp>
      <p:pic>
        <p:nvPicPr>
          <p:cNvPr id="5" name="Picture 4">
            <a:extLst>
              <a:ext uri="{FF2B5EF4-FFF2-40B4-BE49-F238E27FC236}">
                <a16:creationId xmlns:a16="http://schemas.microsoft.com/office/drawing/2014/main" id="{3FEC36D6-6A09-36DA-B6F9-005031681BD3}"/>
              </a:ext>
            </a:extLst>
          </p:cNvPr>
          <p:cNvPicPr>
            <a:picLocks noChangeAspect="1"/>
          </p:cNvPicPr>
          <p:nvPr/>
        </p:nvPicPr>
        <p:blipFill>
          <a:blip r:embed="rId3"/>
          <a:stretch>
            <a:fillRect/>
          </a:stretch>
        </p:blipFill>
        <p:spPr>
          <a:xfrm>
            <a:off x="846417" y="116236"/>
            <a:ext cx="10486298" cy="6634188"/>
          </a:xfrm>
          <a:prstGeom prst="rect">
            <a:avLst/>
          </a:prstGeom>
        </p:spPr>
      </p:pic>
    </p:spTree>
    <p:extLst>
      <p:ext uri="{BB962C8B-B14F-4D97-AF65-F5344CB8AC3E}">
        <p14:creationId xmlns:p14="http://schemas.microsoft.com/office/powerpoint/2010/main" val="27339233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ADF0F-2884-46DE-263D-B4343800DD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B81868-E30C-3692-AE22-8766AE82B42F}"/>
              </a:ext>
            </a:extLst>
          </p:cNvPr>
          <p:cNvSpPr>
            <a:spLocks noGrp="1"/>
          </p:cNvSpPr>
          <p:nvPr>
            <p:ph type="title"/>
          </p:nvPr>
        </p:nvSpPr>
        <p:spPr>
          <a:xfrm>
            <a:off x="971550" y="562356"/>
            <a:ext cx="10835640" cy="791926"/>
          </a:xfrm>
        </p:spPr>
        <p:txBody>
          <a:bodyPr>
            <a:normAutofit/>
          </a:bodyPr>
          <a:lstStyle/>
          <a:p>
            <a:r>
              <a:rPr lang="en-US" sz="3200" dirty="0"/>
              <a:t>Distribution of Energy Use Intensity</a:t>
            </a:r>
          </a:p>
        </p:txBody>
      </p:sp>
      <p:pic>
        <p:nvPicPr>
          <p:cNvPr id="5" name="Picture 4">
            <a:extLst>
              <a:ext uri="{FF2B5EF4-FFF2-40B4-BE49-F238E27FC236}">
                <a16:creationId xmlns:a16="http://schemas.microsoft.com/office/drawing/2014/main" id="{A39FCA01-6789-F936-6137-03AB4814D13E}"/>
              </a:ext>
            </a:extLst>
          </p:cNvPr>
          <p:cNvPicPr>
            <a:picLocks noChangeAspect="1"/>
          </p:cNvPicPr>
          <p:nvPr/>
        </p:nvPicPr>
        <p:blipFill>
          <a:blip r:embed="rId3"/>
          <a:stretch>
            <a:fillRect/>
          </a:stretch>
        </p:blipFill>
        <p:spPr>
          <a:xfrm>
            <a:off x="648970" y="31797"/>
            <a:ext cx="10678160" cy="6755570"/>
          </a:xfrm>
          <a:prstGeom prst="rect">
            <a:avLst/>
          </a:prstGeom>
        </p:spPr>
      </p:pic>
    </p:spTree>
    <p:extLst>
      <p:ext uri="{BB962C8B-B14F-4D97-AF65-F5344CB8AC3E}">
        <p14:creationId xmlns:p14="http://schemas.microsoft.com/office/powerpoint/2010/main" val="1413457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F443E-3501-EA02-B424-7E256FB721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4B128B-B738-BF3E-1EF8-0C88B7F66462}"/>
              </a:ext>
            </a:extLst>
          </p:cNvPr>
          <p:cNvSpPr>
            <a:spLocks noGrp="1"/>
          </p:cNvSpPr>
          <p:nvPr>
            <p:ph type="title"/>
          </p:nvPr>
        </p:nvSpPr>
        <p:spPr>
          <a:xfrm>
            <a:off x="182880" y="219456"/>
            <a:ext cx="10835640" cy="791926"/>
          </a:xfrm>
        </p:spPr>
        <p:txBody>
          <a:bodyPr>
            <a:normAutofit/>
          </a:bodyPr>
          <a:lstStyle/>
          <a:p>
            <a:r>
              <a:rPr lang="en-US" sz="3200" dirty="0"/>
              <a:t>Surprising findings: </a:t>
            </a:r>
          </a:p>
        </p:txBody>
      </p:sp>
      <p:sp>
        <p:nvSpPr>
          <p:cNvPr id="4" name="TextBox 3">
            <a:extLst>
              <a:ext uri="{FF2B5EF4-FFF2-40B4-BE49-F238E27FC236}">
                <a16:creationId xmlns:a16="http://schemas.microsoft.com/office/drawing/2014/main" id="{7EEC0D65-DF7D-A195-1D30-46F0BAA8876A}"/>
              </a:ext>
            </a:extLst>
          </p:cNvPr>
          <p:cNvSpPr txBox="1"/>
          <p:nvPr/>
        </p:nvSpPr>
        <p:spPr>
          <a:xfrm>
            <a:off x="1816677" y="1952452"/>
            <a:ext cx="10295313" cy="2800767"/>
          </a:xfrm>
          <a:prstGeom prst="rect">
            <a:avLst/>
          </a:prstGeom>
          <a:noFill/>
        </p:spPr>
        <p:txBody>
          <a:bodyPr wrap="square" rtlCol="0">
            <a:spAutoFit/>
          </a:bodyPr>
          <a:lstStyle/>
          <a:p>
            <a:r>
              <a:rPr lang="en-US" sz="2800" dirty="0"/>
              <a:t>Building age vs. Total GHG emissions</a:t>
            </a:r>
          </a:p>
          <a:p>
            <a:endParaRPr lang="en-US" sz="2800" dirty="0"/>
          </a:p>
          <a:p>
            <a:r>
              <a:rPr lang="en-US" sz="2800" dirty="0"/>
              <a:t>Building age vs. ENERGY STAR score</a:t>
            </a:r>
          </a:p>
          <a:p>
            <a:endParaRPr lang="en-US" sz="2800" dirty="0"/>
          </a:p>
          <a:p>
            <a:r>
              <a:rPr lang="en-US" sz="2800" dirty="0"/>
              <a:t>ENERGY STAR score vs. Total GHG emissions</a:t>
            </a:r>
          </a:p>
          <a:p>
            <a:endParaRPr lang="en-US" dirty="0"/>
          </a:p>
          <a:p>
            <a:endParaRPr lang="en-US" dirty="0"/>
          </a:p>
        </p:txBody>
      </p:sp>
    </p:spTree>
    <p:extLst>
      <p:ext uri="{BB962C8B-B14F-4D97-AF65-F5344CB8AC3E}">
        <p14:creationId xmlns:p14="http://schemas.microsoft.com/office/powerpoint/2010/main" val="18265939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017AF-D86F-7D76-368B-360D023F9B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17DEB4-DC7E-F82A-EDB1-7C7C26D30B57}"/>
              </a:ext>
            </a:extLst>
          </p:cNvPr>
          <p:cNvSpPr>
            <a:spLocks noGrp="1"/>
          </p:cNvSpPr>
          <p:nvPr>
            <p:ph type="title"/>
          </p:nvPr>
        </p:nvSpPr>
        <p:spPr>
          <a:xfrm>
            <a:off x="971550" y="562356"/>
            <a:ext cx="10835640" cy="791926"/>
          </a:xfrm>
        </p:spPr>
        <p:txBody>
          <a:bodyPr>
            <a:normAutofit/>
          </a:bodyPr>
          <a:lstStyle/>
          <a:p>
            <a:r>
              <a:rPr lang="en-US" sz="3200" dirty="0"/>
              <a:t>Building age vs. Total GHG emissions</a:t>
            </a:r>
          </a:p>
        </p:txBody>
      </p:sp>
      <p:pic>
        <p:nvPicPr>
          <p:cNvPr id="4" name="Picture 3">
            <a:extLst>
              <a:ext uri="{FF2B5EF4-FFF2-40B4-BE49-F238E27FC236}">
                <a16:creationId xmlns:a16="http://schemas.microsoft.com/office/drawing/2014/main" id="{36276936-897C-AF4E-EF27-9AE5850BFC81}"/>
              </a:ext>
            </a:extLst>
          </p:cNvPr>
          <p:cNvPicPr>
            <a:picLocks noChangeAspect="1"/>
          </p:cNvPicPr>
          <p:nvPr/>
        </p:nvPicPr>
        <p:blipFill>
          <a:blip r:embed="rId3"/>
          <a:stretch>
            <a:fillRect/>
          </a:stretch>
        </p:blipFill>
        <p:spPr>
          <a:xfrm>
            <a:off x="971550" y="62865"/>
            <a:ext cx="10641331" cy="6732270"/>
          </a:xfrm>
          <a:prstGeom prst="rect">
            <a:avLst/>
          </a:prstGeom>
        </p:spPr>
      </p:pic>
      <p:sp>
        <p:nvSpPr>
          <p:cNvPr id="7" name="TextBox 6">
            <a:extLst>
              <a:ext uri="{FF2B5EF4-FFF2-40B4-BE49-F238E27FC236}">
                <a16:creationId xmlns:a16="http://schemas.microsoft.com/office/drawing/2014/main" id="{3C1A1C7A-D8E8-E4EF-C605-5BD1F1BFB7A1}"/>
              </a:ext>
            </a:extLst>
          </p:cNvPr>
          <p:cNvSpPr txBox="1"/>
          <p:nvPr/>
        </p:nvSpPr>
        <p:spPr>
          <a:xfrm>
            <a:off x="3048953" y="2967335"/>
            <a:ext cx="6097904" cy="923330"/>
          </a:xfrm>
          <a:prstGeom prst="rect">
            <a:avLst/>
          </a:prstGeom>
          <a:noFill/>
        </p:spPr>
        <p:txBody>
          <a:bodyPr wrap="square">
            <a:spAutoFit/>
          </a:bodyPr>
          <a:lstStyle/>
          <a:p>
            <a:r>
              <a:rPr lang="en-US" sz="1800" dirty="0"/>
              <a:t>Building age vs. ENERGY STAR score</a:t>
            </a:r>
          </a:p>
          <a:p>
            <a:endParaRPr lang="en-US" sz="1800" dirty="0"/>
          </a:p>
          <a:p>
            <a:r>
              <a:rPr lang="en-US" sz="1800" dirty="0"/>
              <a:t>Building age vs. Total GHG emissions</a:t>
            </a:r>
          </a:p>
        </p:txBody>
      </p:sp>
    </p:spTree>
    <p:extLst>
      <p:ext uri="{BB962C8B-B14F-4D97-AF65-F5344CB8AC3E}">
        <p14:creationId xmlns:p14="http://schemas.microsoft.com/office/powerpoint/2010/main" val="3680567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544D5-CE23-E7C6-CA34-D7FD5B511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9C4302-CF90-1D46-6644-1A077788DCD3}"/>
              </a:ext>
            </a:extLst>
          </p:cNvPr>
          <p:cNvSpPr>
            <a:spLocks noGrp="1"/>
          </p:cNvSpPr>
          <p:nvPr>
            <p:ph type="title"/>
          </p:nvPr>
        </p:nvSpPr>
        <p:spPr>
          <a:xfrm>
            <a:off x="468630" y="1773936"/>
            <a:ext cx="10835640" cy="791926"/>
          </a:xfrm>
        </p:spPr>
        <p:txBody>
          <a:bodyPr>
            <a:normAutofit/>
          </a:bodyPr>
          <a:lstStyle/>
          <a:p>
            <a:r>
              <a:rPr lang="en-US" sz="3200" dirty="0"/>
              <a:t>Further analysis needed</a:t>
            </a:r>
          </a:p>
        </p:txBody>
      </p:sp>
      <p:sp>
        <p:nvSpPr>
          <p:cNvPr id="4" name="TextBox 3">
            <a:extLst>
              <a:ext uri="{FF2B5EF4-FFF2-40B4-BE49-F238E27FC236}">
                <a16:creationId xmlns:a16="http://schemas.microsoft.com/office/drawing/2014/main" id="{A689F89E-F4F4-5B5B-B508-CDE64140E2C3}"/>
              </a:ext>
            </a:extLst>
          </p:cNvPr>
          <p:cNvSpPr txBox="1"/>
          <p:nvPr/>
        </p:nvSpPr>
        <p:spPr>
          <a:xfrm>
            <a:off x="1502526" y="2912572"/>
            <a:ext cx="10295313" cy="1508105"/>
          </a:xfrm>
          <a:prstGeom prst="rect">
            <a:avLst/>
          </a:prstGeom>
          <a:noFill/>
        </p:spPr>
        <p:txBody>
          <a:bodyPr wrap="square" rtlCol="0">
            <a:spAutoFit/>
          </a:bodyPr>
          <a:lstStyle/>
          <a:p>
            <a:r>
              <a:rPr lang="en-US" sz="2800" dirty="0"/>
              <a:t>Explore more variables that may contribute to ENERGY STAR scores and try to find some stronger relationships.</a:t>
            </a:r>
          </a:p>
          <a:p>
            <a:endParaRPr lang="en-US" dirty="0"/>
          </a:p>
          <a:p>
            <a:endParaRPr lang="en-US" dirty="0"/>
          </a:p>
        </p:txBody>
      </p:sp>
    </p:spTree>
    <p:extLst>
      <p:ext uri="{BB962C8B-B14F-4D97-AF65-F5344CB8AC3E}">
        <p14:creationId xmlns:p14="http://schemas.microsoft.com/office/powerpoint/2010/main" val="33473906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3B2DF-F9FD-24F2-0A9D-52887C066FE9}"/>
              </a:ext>
            </a:extLst>
          </p:cNvPr>
          <p:cNvSpPr>
            <a:spLocks noGrp="1"/>
          </p:cNvSpPr>
          <p:nvPr>
            <p:ph type="title"/>
          </p:nvPr>
        </p:nvSpPr>
        <p:spPr/>
        <p:txBody>
          <a:bodyPr/>
          <a:lstStyle/>
          <a:p>
            <a:r>
              <a:rPr lang="en-US" dirty="0"/>
              <a:t>Sources and Notes</a:t>
            </a:r>
          </a:p>
        </p:txBody>
      </p:sp>
      <p:sp>
        <p:nvSpPr>
          <p:cNvPr id="4" name="TextBox 3">
            <a:extLst>
              <a:ext uri="{FF2B5EF4-FFF2-40B4-BE49-F238E27FC236}">
                <a16:creationId xmlns:a16="http://schemas.microsoft.com/office/drawing/2014/main" id="{F2D671FF-C8EA-E68E-64CF-64D869BFE1A0}"/>
              </a:ext>
            </a:extLst>
          </p:cNvPr>
          <p:cNvSpPr txBox="1"/>
          <p:nvPr/>
        </p:nvSpPr>
        <p:spPr>
          <a:xfrm>
            <a:off x="935914" y="1624405"/>
            <a:ext cx="9854005" cy="6186309"/>
          </a:xfrm>
          <a:prstGeom prst="rect">
            <a:avLst/>
          </a:prstGeom>
          <a:noFill/>
        </p:spPr>
        <p:txBody>
          <a:bodyPr wrap="square">
            <a:spAutoFit/>
          </a:bodyPr>
          <a:lstStyle/>
          <a:p>
            <a:r>
              <a:rPr lang="en-US" dirty="0"/>
              <a:t>2023 Energy Benchmarking All Sites</a:t>
            </a:r>
          </a:p>
          <a:p>
            <a:r>
              <a:rPr lang="en-US" dirty="0"/>
              <a:t>The Energy Benchmarking Law requires the County to make annually reported energy benchmarking information readily available to the public. This dataset reflects data received by the publish date and does not include individually attributable benchmarking data for buildings in Group 5, as CY 2023 was the first year that these buildings were required to report to DEP.</a:t>
            </a:r>
          </a:p>
          <a:p>
            <a:r>
              <a:rPr lang="en-US" dirty="0"/>
              <a:t>September 23, 2025</a:t>
            </a:r>
          </a:p>
          <a:p>
            <a:r>
              <a:rPr lang="en-US" dirty="0"/>
              <a:t>Dataset Owner: Kathy Luh</a:t>
            </a:r>
          </a:p>
          <a:p>
            <a:r>
              <a:rPr lang="en-US" dirty="0"/>
              <a:t>27 columns 1846 rows</a:t>
            </a:r>
          </a:p>
          <a:p>
            <a:endParaRPr lang="en-US" sz="1800" b="0" i="0" dirty="0">
              <a:solidFill>
                <a:srgbClr val="9454C3"/>
              </a:solidFill>
              <a:effectLst/>
              <a:latin typeface="+mn-lt"/>
              <a:hlinkClick r:id="rId3">
                <a:extLst>
                  <a:ext uri="{A12FA001-AC4F-418D-AE19-62706E023703}">
                    <ahyp:hlinkClr xmlns:ahyp="http://schemas.microsoft.com/office/drawing/2018/hyperlinkcolor" val="tx"/>
                  </a:ext>
                </a:extLst>
              </a:hlinkClick>
            </a:endParaRPr>
          </a:p>
          <a:p>
            <a:endParaRPr lang="en-US" dirty="0">
              <a:hlinkClick r:id="rId3">
                <a:extLst>
                  <a:ext uri="{A12FA001-AC4F-418D-AE19-62706E023703}">
                    <ahyp:hlinkClr xmlns:ahyp="http://schemas.microsoft.com/office/drawing/2018/hyperlinkcolor" val="tx"/>
                  </a:ext>
                </a:extLst>
              </a:hlinkClick>
            </a:endParaRPr>
          </a:p>
          <a:p>
            <a:r>
              <a:rPr lang="en-US" dirty="0">
                <a:hlinkClick r:id="rId3">
                  <a:extLst>
                    <a:ext uri="{A12FA001-AC4F-418D-AE19-62706E023703}">
                      <ahyp:hlinkClr xmlns:ahyp="http://schemas.microsoft.com/office/drawing/2018/hyperlinkcolor" val="tx"/>
                    </a:ext>
                  </a:extLst>
                </a:hlinkClick>
              </a:rPr>
              <a:t>https://data.montgomerycountymd.gov/Environment/2023-Energy-Benchmarking-All-Sites/ensr-8pr2/about_data</a:t>
            </a:r>
            <a:endParaRPr lang="en-US" dirty="0"/>
          </a:p>
          <a:p>
            <a:endParaRPr lang="en-US" dirty="0"/>
          </a:p>
          <a:p>
            <a:r>
              <a:rPr lang="en-US" dirty="0">
                <a:hlinkClick r:id="rId4">
                  <a:extLst>
                    <a:ext uri="{A12FA001-AC4F-418D-AE19-62706E023703}">
                      <ahyp:hlinkClr xmlns:ahyp="http://schemas.microsoft.com/office/drawing/2018/hyperlinkcolor" val="tx"/>
                    </a:ext>
                  </a:extLst>
                </a:hlinkClick>
              </a:rPr>
              <a:t>https://www.energystar.gov/buildings/benchmark</a:t>
            </a:r>
            <a:endParaRPr lang="en-US" dirty="0"/>
          </a:p>
          <a:p>
            <a:endParaRPr lang="en-US" sz="1800" b="0" i="0" dirty="0">
              <a:effectLst/>
              <a:latin typeface="+mn-lt"/>
            </a:endParaRPr>
          </a:p>
          <a:p>
            <a:r>
              <a:rPr lang="en-US" u="sng" dirty="0"/>
              <a:t>https://www.energystar.gov/buildings/about-us</a:t>
            </a:r>
            <a:endParaRPr lang="en-US" sz="1800" b="0" i="0" u="sng" dirty="0">
              <a:effectLst/>
              <a:latin typeface="+mn-lt"/>
            </a:endParaRP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7087416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09556-D094-88ED-99BD-A18828B5FF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25A48D-0768-A3B8-D12B-682FA04112C5}"/>
              </a:ext>
            </a:extLst>
          </p:cNvPr>
          <p:cNvSpPr>
            <a:spLocks noGrp="1"/>
          </p:cNvSpPr>
          <p:nvPr>
            <p:ph type="title"/>
          </p:nvPr>
        </p:nvSpPr>
        <p:spPr>
          <a:xfrm>
            <a:off x="182880" y="219456"/>
            <a:ext cx="10835640" cy="791926"/>
          </a:xfrm>
        </p:spPr>
        <p:txBody>
          <a:bodyPr>
            <a:normAutofit/>
          </a:bodyPr>
          <a:lstStyle/>
          <a:p>
            <a:r>
              <a:rPr lang="en-US" sz="3200" dirty="0"/>
              <a:t>Notes</a:t>
            </a:r>
          </a:p>
        </p:txBody>
      </p:sp>
      <p:sp>
        <p:nvSpPr>
          <p:cNvPr id="4" name="TextBox 3">
            <a:extLst>
              <a:ext uri="{FF2B5EF4-FFF2-40B4-BE49-F238E27FC236}">
                <a16:creationId xmlns:a16="http://schemas.microsoft.com/office/drawing/2014/main" id="{4C5F2846-C481-8E79-2AE9-AAD75326287D}"/>
              </a:ext>
            </a:extLst>
          </p:cNvPr>
          <p:cNvSpPr txBox="1"/>
          <p:nvPr/>
        </p:nvSpPr>
        <p:spPr>
          <a:xfrm>
            <a:off x="1159626" y="1198072"/>
            <a:ext cx="10295313" cy="3693319"/>
          </a:xfrm>
          <a:prstGeom prst="rect">
            <a:avLst/>
          </a:prstGeom>
          <a:noFill/>
        </p:spPr>
        <p:txBody>
          <a:bodyPr wrap="square" rtlCol="0">
            <a:spAutoFit/>
          </a:bodyPr>
          <a:lstStyle/>
          <a:p>
            <a:r>
              <a:rPr lang="en-US" sz="2400" dirty="0"/>
              <a:t>Btu:  the British thermal unit (Btu) is a unit of measure of heat.  </a:t>
            </a:r>
          </a:p>
          <a:p>
            <a:r>
              <a:rPr lang="en-US" sz="2400" dirty="0"/>
              <a:t>It’s the amount of heat required to raise the temperature of one </a:t>
            </a:r>
          </a:p>
          <a:p>
            <a:r>
              <a:rPr lang="en-US" sz="2400" dirty="0"/>
              <a:t>pound of water by one degree Fahrenheit.</a:t>
            </a:r>
          </a:p>
          <a:p>
            <a:r>
              <a:rPr lang="en-US" sz="2400" dirty="0"/>
              <a:t>One Btu equals about 1,055 joules. </a:t>
            </a:r>
          </a:p>
          <a:p>
            <a:endParaRPr lang="en-US" sz="2400" dirty="0"/>
          </a:p>
          <a:p>
            <a:endParaRPr lang="en-US" sz="2400" dirty="0"/>
          </a:p>
          <a:p>
            <a:pPr lvl="0">
              <a:defRPr/>
            </a:pPr>
            <a:r>
              <a:rPr lang="en-US" sz="2400" dirty="0"/>
              <a:t>Energy Star: 1–100 score, which rates energy performance in comparison to similar buildings across the country</a:t>
            </a:r>
          </a:p>
          <a:p>
            <a:endParaRPr lang="en-US" sz="2400" dirty="0"/>
          </a:p>
          <a:p>
            <a:endParaRPr lang="en-US" dirty="0"/>
          </a:p>
        </p:txBody>
      </p:sp>
    </p:spTree>
    <p:extLst>
      <p:ext uri="{BB962C8B-B14F-4D97-AF65-F5344CB8AC3E}">
        <p14:creationId xmlns:p14="http://schemas.microsoft.com/office/powerpoint/2010/main" val="3112365671"/>
      </p:ext>
    </p:extLst>
  </p:cSld>
  <p:clrMapOvr>
    <a:masterClrMapping/>
  </p:clrMapOvr>
</p:sld>
</file>

<file path=ppt/theme/theme1.xml><?xml version="1.0" encoding="utf-8"?>
<a:theme xmlns:a="http://schemas.openxmlformats.org/drawingml/2006/main" name="Dun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une" id="{7A434096-21D7-44B8-8536-5670F4990977}" vid="{9E2B180D-3A1B-4983-B64A-9C133C18DC9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Dune</Template>
  <TotalTime>241</TotalTime>
  <Words>592</Words>
  <Application>Microsoft Macintosh PowerPoint</Application>
  <PresentationFormat>Widescreen</PresentationFormat>
  <Paragraphs>93</Paragraphs>
  <Slides>15</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Arial</vt:lpstr>
      <vt:lpstr>Google Sans Text</vt:lpstr>
      <vt:lpstr>Neue Haas Grotesk Text Pro</vt:lpstr>
      <vt:lpstr>Dune</vt:lpstr>
      <vt:lpstr>Which types of buildings in Montgomery County are Energy – Efficient?</vt:lpstr>
      <vt:lpstr>Source Dataset:</vt:lpstr>
      <vt:lpstr>What is Benchmarking?         </vt:lpstr>
      <vt:lpstr>Exploratory Analysis </vt:lpstr>
      <vt:lpstr>             Histogram</vt:lpstr>
      <vt:lpstr>Energy Star Scores</vt:lpstr>
      <vt:lpstr>       Violin Electricity</vt:lpstr>
      <vt:lpstr>  Scatter electricity full</vt:lpstr>
      <vt:lpstr> Electricity use by floor area, zoomed</vt:lpstr>
      <vt:lpstr>Distribution of Energy Use Intensity</vt:lpstr>
      <vt:lpstr>Surprising findings: </vt:lpstr>
      <vt:lpstr>Building age vs. Total GHG emissions</vt:lpstr>
      <vt:lpstr>Further analysis needed</vt:lpstr>
      <vt:lpstr>Sources and Notes</vt:lpstr>
      <vt:lpstr>Notes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Ouspenskaia, Alissa I</dc:creator>
  <cp:lastModifiedBy>Ouspenskaia, Alissa I</cp:lastModifiedBy>
  <cp:revision>14</cp:revision>
  <dcterms:created xsi:type="dcterms:W3CDTF">2026-10-28T18:12:05Z</dcterms:created>
  <dcterms:modified xsi:type="dcterms:W3CDTF">2026-10-28T22:15:29Z</dcterms:modified>
</cp:coreProperties>
</file>