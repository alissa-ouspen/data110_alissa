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5"/>
  </p:notesMasterIdLst>
  <p:sldIdLst>
    <p:sldId id="256" r:id="rId2"/>
    <p:sldId id="257" r:id="rId3"/>
    <p:sldId id="258" r:id="rId4"/>
    <p:sldId id="265" r:id="rId5"/>
    <p:sldId id="264" r:id="rId6"/>
    <p:sldId id="266" r:id="rId7"/>
    <p:sldId id="259" r:id="rId8"/>
    <p:sldId id="267" r:id="rId9"/>
    <p:sldId id="268" r:id="rId10"/>
    <p:sldId id="269" r:id="rId11"/>
    <p:sldId id="272" r:id="rId12"/>
    <p:sldId id="270" r:id="rId13"/>
    <p:sldId id="274"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148"/>
    <p:restoredTop sz="90968"/>
  </p:normalViewPr>
  <p:slideViewPr>
    <p:cSldViewPr snapToGrid="0">
      <p:cViewPr varScale="1">
        <p:scale>
          <a:sx n="147" d="100"/>
          <a:sy n="147" d="100"/>
        </p:scale>
        <p:origin x="44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AED9194-9254-5E4B-9562-99368C7E982F}" type="datetimeFigureOut">
              <a:rPr lang="en-US" smtClean="0"/>
              <a:t>10/7/26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D02AEB-D71A-B841-8974-BDC9320FD368}" type="slidenum">
              <a:rPr lang="en-US" smtClean="0"/>
              <a:t>‹#›</a:t>
            </a:fld>
            <a:endParaRPr lang="en-US"/>
          </a:p>
        </p:txBody>
      </p:sp>
    </p:spTree>
    <p:extLst>
      <p:ext uri="{BB962C8B-B14F-4D97-AF65-F5344CB8AC3E}">
        <p14:creationId xmlns:p14="http://schemas.microsoft.com/office/powerpoint/2010/main" val="6701434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skills: group of microbiologists studying the cells in mouse lungs?  Mixed team of scientists, mathematicians, computer scientists? </a:t>
            </a:r>
          </a:p>
          <a:p>
            <a:r>
              <a:rPr lang="en-US" dirty="0"/>
              <a:t>Audience:  internal department?  Mixed teams?  Outside public? </a:t>
            </a:r>
          </a:p>
          <a:p>
            <a:r>
              <a:rPr lang="en-US" dirty="0"/>
              <a:t>Overcomplication:  metro design with above-ground features</a:t>
            </a:r>
          </a:p>
        </p:txBody>
      </p:sp>
      <p:sp>
        <p:nvSpPr>
          <p:cNvPr id="4" name="Slide Number Placeholder 3"/>
          <p:cNvSpPr>
            <a:spLocks noGrp="1"/>
          </p:cNvSpPr>
          <p:nvPr>
            <p:ph type="sldNum" sz="quarter" idx="5"/>
          </p:nvPr>
        </p:nvSpPr>
        <p:spPr/>
        <p:txBody>
          <a:bodyPr/>
          <a:lstStyle/>
          <a:p>
            <a:fld id="{32D02AEB-D71A-B841-8974-BDC9320FD368}" type="slidenum">
              <a:rPr lang="en-US" smtClean="0"/>
              <a:t>7</a:t>
            </a:fld>
            <a:endParaRPr lang="en-US"/>
          </a:p>
        </p:txBody>
      </p:sp>
    </p:spTree>
    <p:extLst>
      <p:ext uri="{BB962C8B-B14F-4D97-AF65-F5344CB8AC3E}">
        <p14:creationId xmlns:p14="http://schemas.microsoft.com/office/powerpoint/2010/main" val="31768044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43B1A-03B6-A2D3-2D89-F81A2C9257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D6B872-3563-62F6-F7BF-A923376A61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974C5A-764F-7B6F-7E55-9F362F2763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5C9EC4-4FC9-698C-EF48-9986483AD596}"/>
              </a:ext>
            </a:extLst>
          </p:cNvPr>
          <p:cNvSpPr>
            <a:spLocks noGrp="1"/>
          </p:cNvSpPr>
          <p:nvPr>
            <p:ph type="sldNum" sz="quarter" idx="5"/>
          </p:nvPr>
        </p:nvSpPr>
        <p:spPr/>
        <p:txBody>
          <a:bodyPr/>
          <a:lstStyle/>
          <a:p>
            <a:fld id="{32D02AEB-D71A-B841-8974-BDC9320FD368}" type="slidenum">
              <a:rPr lang="en-US" smtClean="0"/>
              <a:t>8</a:t>
            </a:fld>
            <a:endParaRPr lang="en-US"/>
          </a:p>
        </p:txBody>
      </p:sp>
    </p:spTree>
    <p:extLst>
      <p:ext uri="{BB962C8B-B14F-4D97-AF65-F5344CB8AC3E}">
        <p14:creationId xmlns:p14="http://schemas.microsoft.com/office/powerpoint/2010/main" val="37848582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B2BA9-2939-0751-564A-DFF0E3602E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1D8989-59CF-AB78-85E7-DAC071B5C5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876A47-A598-D985-67ED-ED7ED8D1E8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3201BD-9A44-3650-62F4-6D7ED91D316E}"/>
              </a:ext>
            </a:extLst>
          </p:cNvPr>
          <p:cNvSpPr>
            <a:spLocks noGrp="1"/>
          </p:cNvSpPr>
          <p:nvPr>
            <p:ph type="sldNum" sz="quarter" idx="5"/>
          </p:nvPr>
        </p:nvSpPr>
        <p:spPr/>
        <p:txBody>
          <a:bodyPr/>
          <a:lstStyle/>
          <a:p>
            <a:fld id="{32D02AEB-D71A-B841-8974-BDC9320FD368}" type="slidenum">
              <a:rPr lang="en-US" smtClean="0"/>
              <a:t>9</a:t>
            </a:fld>
            <a:endParaRPr lang="en-US"/>
          </a:p>
        </p:txBody>
      </p:sp>
    </p:spTree>
    <p:extLst>
      <p:ext uri="{BB962C8B-B14F-4D97-AF65-F5344CB8AC3E}">
        <p14:creationId xmlns:p14="http://schemas.microsoft.com/office/powerpoint/2010/main" val="2710659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1943E-5EA4-B5A6-C02A-0075C886E0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AFF80E-6D7D-5584-CD16-E724502558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2BBE5-17FF-833A-ABE7-EC2B219682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33F1D0-FDD6-861D-AA44-CB121A199E7A}"/>
              </a:ext>
            </a:extLst>
          </p:cNvPr>
          <p:cNvSpPr>
            <a:spLocks noGrp="1"/>
          </p:cNvSpPr>
          <p:nvPr>
            <p:ph type="sldNum" sz="quarter" idx="5"/>
          </p:nvPr>
        </p:nvSpPr>
        <p:spPr/>
        <p:txBody>
          <a:bodyPr/>
          <a:lstStyle/>
          <a:p>
            <a:fld id="{32D02AEB-D71A-B841-8974-BDC9320FD368}" type="slidenum">
              <a:rPr lang="en-US" smtClean="0"/>
              <a:t>10</a:t>
            </a:fld>
            <a:endParaRPr lang="en-US"/>
          </a:p>
        </p:txBody>
      </p:sp>
    </p:spTree>
    <p:extLst>
      <p:ext uri="{BB962C8B-B14F-4D97-AF65-F5344CB8AC3E}">
        <p14:creationId xmlns:p14="http://schemas.microsoft.com/office/powerpoint/2010/main" val="17496193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03C4A-D9DD-2E9C-B419-3FA4F3243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50D5EA-9EF0-1EBC-3C4D-49B3103D24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B5027A-3AFD-8005-1685-7A1037ED6079}"/>
              </a:ext>
            </a:extLst>
          </p:cNvPr>
          <p:cNvSpPr>
            <a:spLocks noGrp="1"/>
          </p:cNvSpPr>
          <p:nvPr>
            <p:ph type="body" idx="1"/>
          </p:nvPr>
        </p:nvSpPr>
        <p:spPr/>
        <p:txBody>
          <a:bodyPr/>
          <a:lstStyle/>
          <a:p>
            <a:r>
              <a:rPr lang="en-US" sz="1400" kern="1200" dirty="0">
                <a:solidFill>
                  <a:schemeClr val="tx1"/>
                </a:solidFill>
                <a:effectLst/>
                <a:latin typeface="+mn-lt"/>
                <a:ea typeface="+mn-ea"/>
                <a:cs typeface="+mn-cs"/>
              </a:rPr>
              <a:t>Leverage white space. Preserve margins; don’t stretch your</a:t>
            </a:r>
          </a:p>
          <a:p>
            <a:r>
              <a:rPr lang="en-US" sz="1400" kern="1200" dirty="0">
                <a:solidFill>
                  <a:schemeClr val="tx1"/>
                </a:solidFill>
                <a:effectLst/>
                <a:latin typeface="+mn-lt"/>
                <a:ea typeface="+mn-ea"/>
                <a:cs typeface="+mn-cs"/>
              </a:rPr>
              <a:t>graphics to fill the space, or add things simply because you have</a:t>
            </a:r>
          </a:p>
          <a:p>
            <a:r>
              <a:rPr lang="en-US" sz="1400" kern="1200" dirty="0">
                <a:solidFill>
                  <a:schemeClr val="tx1"/>
                </a:solidFill>
                <a:effectLst/>
                <a:latin typeface="+mn-lt"/>
                <a:ea typeface="+mn-ea"/>
                <a:cs typeface="+mn-cs"/>
              </a:rPr>
              <a:t>extra space.</a:t>
            </a:r>
          </a:p>
        </p:txBody>
      </p:sp>
      <p:sp>
        <p:nvSpPr>
          <p:cNvPr id="4" name="Slide Number Placeholder 3">
            <a:extLst>
              <a:ext uri="{FF2B5EF4-FFF2-40B4-BE49-F238E27FC236}">
                <a16:creationId xmlns:a16="http://schemas.microsoft.com/office/drawing/2014/main" id="{CAEFDD24-EDB7-E9B2-05FE-10BAC14E60BE}"/>
              </a:ext>
            </a:extLst>
          </p:cNvPr>
          <p:cNvSpPr>
            <a:spLocks noGrp="1"/>
          </p:cNvSpPr>
          <p:nvPr>
            <p:ph type="sldNum" sz="quarter" idx="5"/>
          </p:nvPr>
        </p:nvSpPr>
        <p:spPr/>
        <p:txBody>
          <a:bodyPr/>
          <a:lstStyle/>
          <a:p>
            <a:fld id="{32D02AEB-D71A-B841-8974-BDC9320FD368}" type="slidenum">
              <a:rPr lang="en-US" smtClean="0"/>
              <a:t>11</a:t>
            </a:fld>
            <a:endParaRPr lang="en-US"/>
          </a:p>
        </p:txBody>
      </p:sp>
    </p:spTree>
    <p:extLst>
      <p:ext uri="{BB962C8B-B14F-4D97-AF65-F5344CB8AC3E}">
        <p14:creationId xmlns:p14="http://schemas.microsoft.com/office/powerpoint/2010/main" val="14166354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E94D-C367-30F0-1698-508FA8D172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D966B7-9BAF-D59D-2D45-21C27EFCAE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59F2D6-0D26-6372-FB61-5746A1E33B8D}"/>
              </a:ext>
            </a:extLst>
          </p:cNvPr>
          <p:cNvSpPr>
            <a:spLocks noGrp="1"/>
          </p:cNvSpPr>
          <p:nvPr>
            <p:ph type="body" idx="1"/>
          </p:nvPr>
        </p:nvSpPr>
        <p:spPr/>
        <p:txBody>
          <a:bodyPr/>
          <a:lstStyle/>
          <a:p>
            <a:endParaRPr lang="en-US" sz="14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FAA6CD00-3C6D-AE76-7A36-0E665DA3723D}"/>
              </a:ext>
            </a:extLst>
          </p:cNvPr>
          <p:cNvSpPr>
            <a:spLocks noGrp="1"/>
          </p:cNvSpPr>
          <p:nvPr>
            <p:ph type="sldNum" sz="quarter" idx="5"/>
          </p:nvPr>
        </p:nvSpPr>
        <p:spPr/>
        <p:txBody>
          <a:bodyPr/>
          <a:lstStyle/>
          <a:p>
            <a:fld id="{32D02AEB-D71A-B841-8974-BDC9320FD368}" type="slidenum">
              <a:rPr lang="en-US" smtClean="0"/>
              <a:t>12</a:t>
            </a:fld>
            <a:endParaRPr lang="en-US"/>
          </a:p>
        </p:txBody>
      </p:sp>
    </p:spTree>
    <p:extLst>
      <p:ext uri="{BB962C8B-B14F-4D97-AF65-F5344CB8AC3E}">
        <p14:creationId xmlns:p14="http://schemas.microsoft.com/office/powerpoint/2010/main" val="4455244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CF69D-8BD0-C441-5D3F-36BC83D3BA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1067A-ED4F-6821-538F-C3CAC877D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660C17-89E0-AE7B-6858-2EB1FC244C49}"/>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Articulate the benefits of the new or different approach.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Show the side‐by‐side comparison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Provide several options and seek input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80C1810-A6DC-8CE3-346A-A63E22584BC5}"/>
              </a:ext>
            </a:extLst>
          </p:cNvPr>
          <p:cNvSpPr>
            <a:spLocks noGrp="1"/>
          </p:cNvSpPr>
          <p:nvPr>
            <p:ph type="sldNum" sz="quarter" idx="5"/>
          </p:nvPr>
        </p:nvSpPr>
        <p:spPr/>
        <p:txBody>
          <a:bodyPr/>
          <a:lstStyle/>
          <a:p>
            <a:fld id="{32D02AEB-D71A-B841-8974-BDC9320FD368}" type="slidenum">
              <a:rPr lang="en-US" smtClean="0"/>
              <a:t>13</a:t>
            </a:fld>
            <a:endParaRPr lang="en-US"/>
          </a:p>
        </p:txBody>
      </p:sp>
    </p:spTree>
    <p:extLst>
      <p:ext uri="{BB962C8B-B14F-4D97-AF65-F5344CB8AC3E}">
        <p14:creationId xmlns:p14="http://schemas.microsoft.com/office/powerpoint/2010/main" val="37980838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noChangeAspect="1"/>
          </p:cNvSpPr>
          <p:nvPr>
            <p:ph type="pic" sz="quarter" idx="13" hasCustomPrompt="1"/>
          </p:nvPr>
        </p:nvSpPr>
        <p:spPr>
          <a:xfrm>
            <a:off x="6789" y="-1"/>
            <a:ext cx="12192001" cy="6858000"/>
          </a:xfrm>
          <a:blipFill>
            <a:blip r:embed="rId2">
              <a:alphaModFix amt="70000"/>
            </a:blip>
            <a:stretch>
              <a:fillRect/>
            </a:stretch>
          </a:blipFill>
        </p:spPr>
        <p:txBody>
          <a:bodyPr anchor="t"/>
          <a:lstStyle>
            <a:lvl1pPr>
              <a:defRPr/>
            </a:lvl1pPr>
          </a:lstStyle>
          <a:p>
            <a:endParaRPr/>
          </a:p>
        </p:txBody>
      </p:sp>
      <p:sp>
        <p:nvSpPr>
          <p:cNvPr id="6" name="Title 5">
            <a:extLst>
              <a:ext uri="{FF2B5EF4-FFF2-40B4-BE49-F238E27FC236}">
                <a16:creationId xmlns:a16="http://schemas.microsoft.com/office/drawing/2014/main" id="{F7DA815B-BFAB-3E8D-D7E1-E7F9DE0A7703}"/>
              </a:ext>
            </a:extLst>
          </p:cNvPr>
          <p:cNvSpPr>
            <a:spLocks noGrp="1"/>
          </p:cNvSpPr>
          <p:nvPr>
            <p:ph type="title"/>
          </p:nvPr>
        </p:nvSpPr>
        <p:spPr>
          <a:xfrm>
            <a:off x="0" y="-1"/>
            <a:ext cx="6096000" cy="6857999"/>
          </a:xfrm>
          <a:gradFill>
            <a:gsLst>
              <a:gs pos="86000">
                <a:schemeClr val="accent4">
                  <a:lumMod val="50000"/>
                  <a:alpha val="95000"/>
                </a:schemeClr>
              </a:gs>
              <a:gs pos="100000">
                <a:schemeClr val="bg2">
                  <a:alpha val="90000"/>
                </a:schemeClr>
              </a:gs>
              <a:gs pos="42000">
                <a:srgbClr val="161824">
                  <a:alpha val="20000"/>
                </a:srgbClr>
              </a:gs>
              <a:gs pos="18000">
                <a:schemeClr val="bg2">
                  <a:lumMod val="90000"/>
                  <a:lumOff val="10000"/>
                  <a:alpha val="0"/>
                </a:schemeClr>
              </a:gs>
            </a:gsLst>
            <a:lin ang="11400000" scaled="0"/>
          </a:gradFill>
        </p:spPr>
        <p:txBody>
          <a:bodyPr lIns="365760" tIns="822960" rIns="914400" bIns="2286000" anchor="t"/>
          <a:lstStyle>
            <a:lvl1pPr>
              <a:defRPr sz="5000"/>
            </a:lvl1pPr>
          </a:lstStyle>
          <a:p>
            <a:r>
              <a:rPr lang="en-US"/>
              <a:t>Click to edit Master title style</a:t>
            </a:r>
          </a:p>
        </p:txBody>
      </p:sp>
      <p:sp>
        <p:nvSpPr>
          <p:cNvPr id="15" name="Subtitle 2">
            <a:extLst>
              <a:ext uri="{FF2B5EF4-FFF2-40B4-BE49-F238E27FC236}">
                <a16:creationId xmlns:a16="http://schemas.microsoft.com/office/drawing/2014/main" id="{57758407-B9B8-FC90-BBF1-B9013F196E21}"/>
              </a:ext>
            </a:extLst>
          </p:cNvPr>
          <p:cNvSpPr>
            <a:spLocks noGrp="1"/>
          </p:cNvSpPr>
          <p:nvPr>
            <p:ph type="subTitle" idx="1"/>
          </p:nvPr>
        </p:nvSpPr>
        <p:spPr>
          <a:xfrm>
            <a:off x="0" y="2401889"/>
            <a:ext cx="6096000" cy="4456112"/>
          </a:xfrm>
          <a:gradFill>
            <a:gsLst>
              <a:gs pos="35000">
                <a:schemeClr val="bg2">
                  <a:alpha val="32000"/>
                </a:schemeClr>
              </a:gs>
              <a:gs pos="56000">
                <a:schemeClr val="accent6">
                  <a:alpha val="0"/>
                </a:schemeClr>
              </a:gs>
              <a:gs pos="8000">
                <a:schemeClr val="bg2"/>
              </a:gs>
              <a:gs pos="22000">
                <a:schemeClr val="bg2">
                  <a:alpha val="67000"/>
                </a:schemeClr>
              </a:gs>
            </a:gsLst>
            <a:path path="circle">
              <a:fillToRect t="100000" r="100000"/>
            </a:path>
          </a:gradFill>
        </p:spPr>
        <p:txBody>
          <a:bodyPr vert="horz" lIns="393192" tIns="457200" rIns="274320" bIns="731520" rtlCol="0" anchor="b">
            <a:normAutofit/>
          </a:bodyPr>
          <a:lstStyle>
            <a:lvl1pPr marL="0" indent="0">
              <a:buNone/>
              <a:defRPr lang="en-US" sz="1400" dirty="0"/>
            </a:lvl1pPr>
          </a:lstStyle>
          <a:p>
            <a:pPr lvl="0"/>
            <a:r>
              <a:rPr lang="en-US"/>
              <a:t>Click to edit Master subtitle style</a:t>
            </a:r>
          </a:p>
        </p:txBody>
      </p:sp>
      <p:sp>
        <p:nvSpPr>
          <p:cNvPr id="11" name="Date Placeholder 10">
            <a:extLst>
              <a:ext uri="{FF2B5EF4-FFF2-40B4-BE49-F238E27FC236}">
                <a16:creationId xmlns:a16="http://schemas.microsoft.com/office/drawing/2014/main" id="{A03BE6F4-76AC-1913-6858-8449FC30A22C}"/>
              </a:ext>
            </a:extLst>
          </p:cNvPr>
          <p:cNvSpPr>
            <a:spLocks noGrp="1"/>
          </p:cNvSpPr>
          <p:nvPr>
            <p:ph type="dt" sz="half" idx="14"/>
          </p:nvPr>
        </p:nvSpPr>
        <p:spPr/>
        <p:txBody>
          <a:bodyPr/>
          <a:lstStyle/>
          <a:p>
            <a:fld id="{7DA2CEDE-2AB4-4FB8-9551-E0AA4222B1A3}" type="datetimeFigureOut">
              <a:rPr lang="en-US" dirty="0"/>
              <a:t>10/7/26</a:t>
            </a:fld>
            <a:endParaRPr lang="en-US"/>
          </a:p>
        </p:txBody>
      </p:sp>
      <p:sp>
        <p:nvSpPr>
          <p:cNvPr id="12" name="Footer Placeholder 11">
            <a:extLst>
              <a:ext uri="{FF2B5EF4-FFF2-40B4-BE49-F238E27FC236}">
                <a16:creationId xmlns:a16="http://schemas.microsoft.com/office/drawing/2014/main" id="{3A959F0E-1234-A029-DD14-0642D1457559}"/>
              </a:ext>
            </a:extLst>
          </p:cNvPr>
          <p:cNvSpPr>
            <a:spLocks noGrp="1"/>
          </p:cNvSpPr>
          <p:nvPr>
            <p:ph type="ftr" sz="quarter" idx="15"/>
          </p:nvPr>
        </p:nvSpPr>
        <p:spPr/>
        <p:txBody>
          <a:bodyPr/>
          <a:lstStyle/>
          <a:p>
            <a:r>
              <a:rPr lang="en-US"/>
              <a:t>
              </a:t>
            </a:r>
          </a:p>
        </p:txBody>
      </p:sp>
      <p:sp>
        <p:nvSpPr>
          <p:cNvPr id="14" name="Slide Number Placeholder 13">
            <a:extLst>
              <a:ext uri="{FF2B5EF4-FFF2-40B4-BE49-F238E27FC236}">
                <a16:creationId xmlns:a16="http://schemas.microsoft.com/office/drawing/2014/main" id="{42107F04-5566-3CCB-8B23-B8B3ECBA5457}"/>
              </a:ext>
            </a:extLst>
          </p:cNvPr>
          <p:cNvSpPr>
            <a:spLocks noGrp="1"/>
          </p:cNvSpPr>
          <p:nvPr>
            <p:ph type="sldNum" sz="quarter" idx="16"/>
          </p:nvPr>
        </p:nvSpPr>
        <p:spPr/>
        <p:txBody>
          <a:bodyPr/>
          <a:lstStyle/>
          <a:p>
            <a:fld id="{5E0677F5-4A8A-4BF1-96BE-3BAE8FBAFE2E}" type="slidenum">
              <a:rPr lang="en-US" dirty="0"/>
              <a:pPr/>
              <a:t>‹#›</a:t>
            </a:fld>
            <a:endParaRPr lang="en-US"/>
          </a:p>
        </p:txBody>
      </p:sp>
    </p:spTree>
    <p:extLst>
      <p:ext uri="{BB962C8B-B14F-4D97-AF65-F5344CB8AC3E}">
        <p14:creationId xmlns:p14="http://schemas.microsoft.com/office/powerpoint/2010/main" val="709482670"/>
      </p:ext>
    </p:extLst>
  </p:cSld>
  <p:clrMapOvr>
    <a:masterClrMapping/>
  </p:clrMapOvr>
  <p:hf hdr="0" ftr="0"/>
  <p:extLst>
    <p:ext uri="{DCECCB84-F9BA-43D5-87BE-67443E8EF086}">
      <p15:sldGuideLst xmlns:p15="http://schemas.microsoft.com/office/powerpoint/2012/main">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22282"/>
            <a:ext cx="9830017" cy="731520"/>
          </a:xfrm>
        </p:spPr>
        <p:txBody>
          <a:bodyPr anchor="b">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80EE6BAA-0080-49BB-A5F6-D96B22DFE410}" type="datetimeFigureOut">
              <a:rPr lang="en-US" dirty="0"/>
              <a:t>10/7/26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r>
              <a:rPr lang="en-US"/>
              <a:t>
              </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2" y="2011680"/>
            <a:ext cx="11402568"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4" name="Straight Connector 3">
            <a:extLst>
              <a:ext uri="{FF2B5EF4-FFF2-40B4-BE49-F238E27FC236}">
                <a16:creationId xmlns:a16="http://schemas.microsoft.com/office/drawing/2014/main" id="{F14132CA-3777-075A-ECC4-B9DEFA9B3CEB}"/>
              </a:ext>
            </a:extLst>
          </p:cNvPr>
          <p:cNvCxnSpPr>
            <a:cxnSpLocks/>
          </p:cNvCxnSpPr>
          <p:nvPr/>
        </p:nvCxnSpPr>
        <p:spPr>
          <a:xfrm flipH="1">
            <a:off x="394716" y="1704836"/>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7329456"/>
      </p:ext>
    </p:extLst>
  </p:cSld>
  <p:clrMapOvr>
    <a:masterClrMapping/>
  </p:clrMapOvr>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bg>
      <p:bgPr>
        <a:solidFill>
          <a:schemeClr val="bg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87932-7DAB-7F93-5E51-7AEEA5AC7FEA}"/>
              </a:ext>
            </a:extLst>
          </p:cNvPr>
          <p:cNvSpPr>
            <a:spLocks noGrp="1" noChangeAspect="1"/>
          </p:cNvSpPr>
          <p:nvPr>
            <p:ph type="pic" sz="quarter" idx="13" hasCustomPrompt="1"/>
          </p:nvPr>
        </p:nvSpPr>
        <p:spPr>
          <a:xfrm>
            <a:off x="0" y="0"/>
            <a:ext cx="12192000" cy="6858000"/>
          </a:xfrm>
          <a:blipFill>
            <a:blip r:embed="rId2">
              <a:alphaModFix amt="70000"/>
            </a:blip>
            <a:stretch>
              <a:fillRect l="-2" t="-1" b="-19091"/>
            </a:stretch>
          </a:blipFill>
        </p:spPr>
        <p:txBody>
          <a:bodyPr anchor="t"/>
          <a:lstStyle>
            <a:lvl1pPr>
              <a:defRPr/>
            </a:lvl1pPr>
          </a:lstStyle>
          <a:p>
            <a:endParaRPr/>
          </a:p>
        </p:txBody>
      </p:sp>
      <p:sp>
        <p:nvSpPr>
          <p:cNvPr id="10" name="Title 9">
            <a:extLst>
              <a:ext uri="{FF2B5EF4-FFF2-40B4-BE49-F238E27FC236}">
                <a16:creationId xmlns:a16="http://schemas.microsoft.com/office/drawing/2014/main" id="{D35AE1E4-9BA4-415B-370F-31BCBBC952D7}"/>
              </a:ext>
            </a:extLst>
          </p:cNvPr>
          <p:cNvSpPr>
            <a:spLocks noGrp="1"/>
          </p:cNvSpPr>
          <p:nvPr>
            <p:ph type="title"/>
          </p:nvPr>
        </p:nvSpPr>
        <p:spPr>
          <a:xfrm>
            <a:off x="6096000" y="-1"/>
            <a:ext cx="6096000" cy="6857999"/>
          </a:xfrm>
          <a:gradFill>
            <a:gsLst>
              <a:gs pos="100000">
                <a:schemeClr val="bg2">
                  <a:alpha val="90000"/>
                </a:schemeClr>
              </a:gs>
              <a:gs pos="34000">
                <a:srgbClr val="061F7B">
                  <a:alpha val="5000"/>
                  <a:lumMod val="74000"/>
                </a:srgbClr>
              </a:gs>
              <a:gs pos="15000">
                <a:schemeClr val="accent1">
                  <a:lumMod val="75000"/>
                  <a:alpha val="0"/>
                </a:schemeClr>
              </a:gs>
            </a:gsLst>
            <a:lin ang="600000" scaled="0"/>
          </a:gradFill>
          <a:ln>
            <a:solidFill>
              <a:schemeClr val="tx1"/>
            </a:solidFill>
          </a:ln>
        </p:spPr>
        <p:txBody>
          <a:bodyPr lIns="1600200" tIns="822960" rIns="274320" bIns="457200" anchor="t"/>
          <a:lstStyle>
            <a:lvl1pPr>
              <a:defRPr sz="4200"/>
            </a:lvl1pPr>
          </a:lstStyle>
          <a:p>
            <a:r>
              <a:rPr lang="en-US"/>
              <a:t>Click to edit Master title style</a:t>
            </a:r>
          </a:p>
        </p:txBody>
      </p:sp>
      <p:sp>
        <p:nvSpPr>
          <p:cNvPr id="5" name="Subtitle 2">
            <a:extLst>
              <a:ext uri="{FF2B5EF4-FFF2-40B4-BE49-F238E27FC236}">
                <a16:creationId xmlns:a16="http://schemas.microsoft.com/office/drawing/2014/main" id="{D54B625A-114F-C2DE-F195-EF26EC052662}"/>
              </a:ext>
            </a:extLst>
          </p:cNvPr>
          <p:cNvSpPr>
            <a:spLocks noGrp="1"/>
          </p:cNvSpPr>
          <p:nvPr>
            <p:ph type="subTitle" idx="1"/>
          </p:nvPr>
        </p:nvSpPr>
        <p:spPr>
          <a:xfrm>
            <a:off x="5002306" y="4231338"/>
            <a:ext cx="7189694" cy="2626661"/>
          </a:xfrm>
          <a:gradFill>
            <a:gsLst>
              <a:gs pos="63000">
                <a:schemeClr val="accent5">
                  <a:lumMod val="75000"/>
                  <a:alpha val="0"/>
                </a:schemeClr>
              </a:gs>
              <a:gs pos="100000">
                <a:schemeClr val="accent3">
                  <a:lumMod val="60000"/>
                  <a:lumOff val="40000"/>
                  <a:alpha val="69000"/>
                </a:schemeClr>
              </a:gs>
              <a:gs pos="13000">
                <a:schemeClr val="bg2">
                  <a:alpha val="0"/>
                </a:schemeClr>
              </a:gs>
            </a:gsLst>
            <a:lin ang="4200000" scaled="0"/>
          </a:gradFill>
        </p:spPr>
        <p:txBody>
          <a:bodyPr vert="horz" lIns="2743200" tIns="640080" rIns="457200" bIns="731520" rtlCol="0" anchor="b">
            <a:normAutofit/>
          </a:bodyPr>
          <a:lstStyle>
            <a:lvl1pPr marL="0" indent="0">
              <a:buNone/>
              <a:defRPr lang="en-US" sz="1400" dirty="0"/>
            </a:lvl1pPr>
          </a:lstStyle>
          <a:p>
            <a:pPr lvl="0"/>
            <a:r>
              <a:rPr lang="en-US"/>
              <a:t>Click to edit Master subtitle style</a:t>
            </a:r>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a:xfrm>
            <a:off x="7620000" y="210312"/>
            <a:ext cx="1473201" cy="365760"/>
          </a:xfrm>
        </p:spPr>
        <p:txBody>
          <a:bodyPr/>
          <a:lstStyle/>
          <a:p>
            <a:fld id="{21560963-1EEA-4BDE-8FF9-3FEE13B5D43C}" type="datetimeFigureOut">
              <a:rPr lang="en-US" dirty="0"/>
              <a:t>10/7/26</a:t>
            </a:fld>
            <a:endParaRPr lang="en-US"/>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a:xfrm>
            <a:off x="9164921" y="210312"/>
            <a:ext cx="2181351" cy="365760"/>
          </a:xfrm>
        </p:spPr>
        <p:txBody>
          <a:bodyPr/>
          <a:lstStyle/>
          <a:p>
            <a:r>
              <a:rPr lang="en-US"/>
              <a:t>
              </a:t>
            </a:r>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a:xfrm>
            <a:off x="11447711" y="210312"/>
            <a:ext cx="448805" cy="365760"/>
          </a:xfrm>
        </p:spPr>
        <p:txBody>
          <a:bodyPr/>
          <a:lstStyle/>
          <a:p>
            <a:fld id="{5E0677F5-4A8A-4BF1-96BE-3BAE8FBAFE2E}" type="slidenum">
              <a:rPr lang="en-US" dirty="0"/>
              <a:t>‹#›</a:t>
            </a:fld>
            <a:endParaRPr lang="en-US"/>
          </a:p>
        </p:txBody>
      </p:sp>
    </p:spTree>
    <p:extLst>
      <p:ext uri="{BB962C8B-B14F-4D97-AF65-F5344CB8AC3E}">
        <p14:creationId xmlns:p14="http://schemas.microsoft.com/office/powerpoint/2010/main" val="3294405748"/>
      </p:ext>
    </p:extLst>
  </p:cSld>
  <p:clrMapOvr>
    <a:masterClrMapping/>
  </p:clrMapOvr>
  <p:hf hdr="0" ftr="0"/>
  <p:extLst>
    <p:ext uri="{DCECCB84-F9BA-43D5-87BE-67443E8EF086}">
      <p15:sldGuideLst xmlns:p15="http://schemas.microsoft.com/office/powerpoint/2012/main">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6A70A2D-6A6F-D8FD-B860-1F184E1B5E94}"/>
              </a:ext>
            </a:extLst>
          </p:cNvPr>
          <p:cNvSpPr>
            <a:spLocks noGrp="1"/>
          </p:cNvSpPr>
          <p:nvPr>
            <p:ph type="title"/>
          </p:nvPr>
        </p:nvSpPr>
        <p:spPr>
          <a:xfrm>
            <a:off x="274320" y="1133214"/>
            <a:ext cx="11631478" cy="1825674"/>
          </a:xfrm>
        </p:spPr>
        <p:txBody>
          <a:bodyPr anchor="t"/>
          <a:lstStyle>
            <a:lvl1pPr>
              <a:defRPr sz="5000"/>
            </a:lvl1pPr>
          </a:lstStyle>
          <a:p>
            <a:r>
              <a:rPr lang="en-US"/>
              <a:t>Click to edit Master title style</a:t>
            </a:r>
          </a:p>
        </p:txBody>
      </p:sp>
      <p:sp>
        <p:nvSpPr>
          <p:cNvPr id="7" name="Subtitle 2">
            <a:extLst>
              <a:ext uri="{FF2B5EF4-FFF2-40B4-BE49-F238E27FC236}">
                <a16:creationId xmlns:a16="http://schemas.microsoft.com/office/drawing/2014/main" id="{D95EA3D9-98A4-3891-668D-DF99CC18D7AC}"/>
              </a:ext>
            </a:extLst>
          </p:cNvPr>
          <p:cNvSpPr>
            <a:spLocks noGrp="1"/>
          </p:cNvSpPr>
          <p:nvPr>
            <p:ph type="subTitle" idx="1"/>
          </p:nvPr>
        </p:nvSpPr>
        <p:spPr>
          <a:xfrm>
            <a:off x="301751" y="5351226"/>
            <a:ext cx="7235954" cy="771276"/>
          </a:xfrm>
          <a:noFill/>
        </p:spPr>
        <p:txBody>
          <a:bodyPr vert="horz" lIns="91440" tIns="45720" rIns="91440" bIns="45720" rtlCol="0" anchor="t">
            <a:noAutofit/>
          </a:bodyPr>
          <a:lstStyle>
            <a:lvl1pPr marL="0" indent="0">
              <a:buNone/>
              <a:defRPr lang="en-US" sz="1800" dirty="0"/>
            </a:lvl1pPr>
          </a:lstStyle>
          <a:p>
            <a:pPr lvl="0"/>
            <a:r>
              <a:rPr lang="en-US"/>
              <a:t>Click to edit Master subtitle style</a:t>
            </a:r>
          </a:p>
        </p:txBody>
      </p:sp>
      <p:sp>
        <p:nvSpPr>
          <p:cNvPr id="15" name="Date Placeholder 14">
            <a:extLst>
              <a:ext uri="{FF2B5EF4-FFF2-40B4-BE49-F238E27FC236}">
                <a16:creationId xmlns:a16="http://schemas.microsoft.com/office/drawing/2014/main" id="{4E1D7382-6629-2CE5-9CD1-12C42772E0D2}"/>
              </a:ext>
            </a:extLst>
          </p:cNvPr>
          <p:cNvSpPr>
            <a:spLocks noGrp="1"/>
          </p:cNvSpPr>
          <p:nvPr>
            <p:ph type="dt" sz="half" idx="10"/>
          </p:nvPr>
        </p:nvSpPr>
        <p:spPr/>
        <p:txBody>
          <a:bodyPr/>
          <a:lstStyle/>
          <a:p>
            <a:fld id="{7DA2CEDE-2AB4-4FB8-9551-E0AA4222B1A3}" type="datetimeFigureOut">
              <a:rPr lang="en-US" dirty="0"/>
              <a:t>10/7/26</a:t>
            </a:fld>
            <a:endParaRPr lang="en-US"/>
          </a:p>
        </p:txBody>
      </p:sp>
      <p:sp>
        <p:nvSpPr>
          <p:cNvPr id="16" name="Footer Placeholder 15">
            <a:extLst>
              <a:ext uri="{FF2B5EF4-FFF2-40B4-BE49-F238E27FC236}">
                <a16:creationId xmlns:a16="http://schemas.microsoft.com/office/drawing/2014/main" id="{04D3FCD7-2C92-02D9-B65F-03119FF69156}"/>
              </a:ext>
            </a:extLst>
          </p:cNvPr>
          <p:cNvSpPr>
            <a:spLocks noGrp="1"/>
          </p:cNvSpPr>
          <p:nvPr>
            <p:ph type="ftr" sz="quarter" idx="11"/>
          </p:nvPr>
        </p:nvSpPr>
        <p:spPr/>
        <p:txBody>
          <a:bodyPr/>
          <a:lstStyle/>
          <a:p>
            <a:r>
              <a:rPr lang="en-US"/>
              <a:t>
              </a:t>
            </a:r>
          </a:p>
        </p:txBody>
      </p:sp>
      <p:sp>
        <p:nvSpPr>
          <p:cNvPr id="17" name="Slide Number Placeholder 16">
            <a:extLst>
              <a:ext uri="{FF2B5EF4-FFF2-40B4-BE49-F238E27FC236}">
                <a16:creationId xmlns:a16="http://schemas.microsoft.com/office/drawing/2014/main" id="{6825B394-7F27-6399-8BDB-45CADE4F48C2}"/>
              </a:ext>
            </a:extLst>
          </p:cNvPr>
          <p:cNvSpPr>
            <a:spLocks noGrp="1"/>
          </p:cNvSpPr>
          <p:nvPr>
            <p:ph type="sldNum" sz="quarter" idx="12"/>
          </p:nvPr>
        </p:nvSpPr>
        <p:spPr/>
        <p:txBody>
          <a:bodyPr/>
          <a:lstStyle/>
          <a:p>
            <a:fld id="{5E0677F5-4A8A-4BF1-96BE-3BAE8FBAFE2E}" type="slidenum">
              <a:rPr lang="en-US" dirty="0"/>
              <a:pPr/>
              <a:t>‹#›</a:t>
            </a:fld>
            <a:endParaRPr lang="en-US"/>
          </a:p>
        </p:txBody>
      </p:sp>
      <p:sp>
        <p:nvSpPr>
          <p:cNvPr id="11" name="Rectangle 10">
            <a:extLst>
              <a:ext uri="{FF2B5EF4-FFF2-40B4-BE49-F238E27FC236}">
                <a16:creationId xmlns:a16="http://schemas.microsoft.com/office/drawing/2014/main" id="{6D514160-DA6E-9655-9294-6538F297B73D}"/>
              </a:ext>
            </a:extLst>
          </p:cNvPr>
          <p:cNvSpPr/>
          <p:nvPr/>
        </p:nvSpPr>
        <p:spPr>
          <a:xfrm rot="10800000">
            <a:off x="0" y="3432121"/>
            <a:ext cx="12192000" cy="1825033"/>
          </a:xfrm>
          <a:prstGeom prst="rect">
            <a:avLst/>
          </a:prstGeom>
          <a:gradFill>
            <a:gsLst>
              <a:gs pos="63000">
                <a:schemeClr val="bg2">
                  <a:alpha val="0"/>
                </a:schemeClr>
              </a:gs>
              <a:gs pos="100000">
                <a:schemeClr val="accent1">
                  <a:lumMod val="7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a:extLst>
              <a:ext uri="{FF2B5EF4-FFF2-40B4-BE49-F238E27FC236}">
                <a16:creationId xmlns:a16="http://schemas.microsoft.com/office/drawing/2014/main" id="{B2EC29EB-3E43-F1FF-EB6B-9F5C908FFCC8}"/>
              </a:ext>
            </a:extLst>
          </p:cNvPr>
          <p:cNvSpPr/>
          <p:nvPr/>
        </p:nvSpPr>
        <p:spPr>
          <a:xfrm rot="16200000" flipH="1">
            <a:off x="5938634" y="-996853"/>
            <a:ext cx="1825034" cy="10681699"/>
          </a:xfrm>
          <a:prstGeom prst="rect">
            <a:avLst/>
          </a:prstGeom>
          <a:gradFill>
            <a:gsLst>
              <a:gs pos="56000">
                <a:schemeClr val="bg1">
                  <a:alpha val="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51494257"/>
      </p:ext>
    </p:extLst>
  </p:cSld>
  <p:clrMapOvr>
    <a:masterClrMapping/>
  </p:clrMapOvr>
  <p:hf hdr="0" ftr="0"/>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3D93006-CD9A-ACB8-4DFF-755585BD51C6}"/>
              </a:ext>
            </a:extLst>
          </p:cNvPr>
          <p:cNvSpPr/>
          <p:nvPr/>
        </p:nvSpPr>
        <p:spPr>
          <a:xfrm rot="5400000" flipH="1" flipV="1">
            <a:off x="-367222" y="367225"/>
            <a:ext cx="6866356" cy="6131909"/>
          </a:xfrm>
          <a:prstGeom prst="rect">
            <a:avLst/>
          </a:prstGeom>
          <a:gradFill>
            <a:gsLst>
              <a:gs pos="13000">
                <a:schemeClr val="accent2"/>
              </a:gs>
              <a:gs pos="60000">
                <a:schemeClr val="bg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Rectangle 6">
            <a:extLst>
              <a:ext uri="{FF2B5EF4-FFF2-40B4-BE49-F238E27FC236}">
                <a16:creationId xmlns:a16="http://schemas.microsoft.com/office/drawing/2014/main" id="{A35B8330-0A40-6340-3205-86A38459537F}"/>
              </a:ext>
            </a:extLst>
          </p:cNvPr>
          <p:cNvSpPr/>
          <p:nvPr/>
        </p:nvSpPr>
        <p:spPr>
          <a:xfrm rot="5400000" flipV="1">
            <a:off x="-1977949" y="2307330"/>
            <a:ext cx="6528619" cy="2572719"/>
          </a:xfrm>
          <a:prstGeom prst="rect">
            <a:avLst/>
          </a:prstGeom>
          <a:gradFill>
            <a:gsLst>
              <a:gs pos="0">
                <a:schemeClr val="accent1">
                  <a:lumMod val="75000"/>
                </a:schemeClr>
              </a:gs>
              <a:gs pos="42000">
                <a:schemeClr val="bg2">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a:extLst>
              <a:ext uri="{FF2B5EF4-FFF2-40B4-BE49-F238E27FC236}">
                <a16:creationId xmlns:a16="http://schemas.microsoft.com/office/drawing/2014/main" id="{72AFF5B4-F60C-7639-0259-DAA1F9833429}"/>
              </a:ext>
            </a:extLst>
          </p:cNvPr>
          <p:cNvSpPr/>
          <p:nvPr/>
        </p:nvSpPr>
        <p:spPr>
          <a:xfrm rot="10800000">
            <a:off x="1" y="4216109"/>
            <a:ext cx="8887299" cy="2644533"/>
          </a:xfrm>
          <a:prstGeom prst="rect">
            <a:avLst/>
          </a:prstGeom>
          <a:gradFill>
            <a:gsLst>
              <a:gs pos="0">
                <a:schemeClr val="accent3">
                  <a:lumMod val="60000"/>
                  <a:lumOff val="40000"/>
                </a:schemeClr>
              </a:gs>
              <a:gs pos="49000">
                <a:schemeClr val="accent4">
                  <a:lumMod val="75000"/>
                  <a:alpha val="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3018499" y="952500"/>
            <a:ext cx="8887299" cy="5636798"/>
          </a:xfrm>
        </p:spPr>
        <p:txBody>
          <a:bodyPr anchor="b">
            <a:normAutofit/>
          </a:bodyPr>
          <a:lstStyle>
            <a:lvl1pPr algn="r">
              <a:defRPr sz="72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3FCA76BF-5E58-9143-643F-6B06864B8735}"/>
              </a:ext>
            </a:extLst>
          </p:cNvPr>
          <p:cNvSpPr>
            <a:spLocks noGrp="1"/>
          </p:cNvSpPr>
          <p:nvPr>
            <p:ph type="dt" sz="half" idx="10"/>
          </p:nvPr>
        </p:nvSpPr>
        <p:spPr/>
        <p:txBody>
          <a:bodyPr/>
          <a:lstStyle/>
          <a:p>
            <a:fld id="{7DA2CEDE-2AB4-4FB8-9551-E0AA4222B1A3}" type="datetimeFigureOut">
              <a:rPr lang="en-US" dirty="0"/>
              <a:t>10/7/26</a:t>
            </a:fld>
            <a:endParaRPr lang="en-US"/>
          </a:p>
        </p:txBody>
      </p:sp>
      <p:sp>
        <p:nvSpPr>
          <p:cNvPr id="4" name="Footer Placeholder 3">
            <a:extLst>
              <a:ext uri="{FF2B5EF4-FFF2-40B4-BE49-F238E27FC236}">
                <a16:creationId xmlns:a16="http://schemas.microsoft.com/office/drawing/2014/main" id="{006C9F8B-DAAC-4FD9-5257-842E1B079B6D}"/>
              </a:ext>
            </a:extLst>
          </p:cNvPr>
          <p:cNvSpPr>
            <a:spLocks noGrp="1"/>
          </p:cNvSpPr>
          <p:nvPr>
            <p:ph type="ftr" sz="quarter" idx="11"/>
          </p:nvPr>
        </p:nvSpPr>
        <p:spPr/>
        <p:txBody>
          <a:bodyPr/>
          <a:lstStyle/>
          <a:p>
            <a:r>
              <a:rPr lang="en-US"/>
              <a:t>
              </a:t>
            </a:r>
          </a:p>
        </p:txBody>
      </p:sp>
      <p:sp>
        <p:nvSpPr>
          <p:cNvPr id="8" name="Slide Number Placeholder 7">
            <a:extLst>
              <a:ext uri="{FF2B5EF4-FFF2-40B4-BE49-F238E27FC236}">
                <a16:creationId xmlns:a16="http://schemas.microsoft.com/office/drawing/2014/main" id="{DEF8E261-B260-D169-5279-F4153543A76C}"/>
              </a:ext>
            </a:extLst>
          </p:cNvPr>
          <p:cNvSpPr>
            <a:spLocks noGrp="1"/>
          </p:cNvSpPr>
          <p:nvPr>
            <p:ph type="sldNum" sz="quarter" idx="12"/>
          </p:nvPr>
        </p:nvSpPr>
        <p:spPr/>
        <p:txBody>
          <a:bodyPr/>
          <a:lstStyle/>
          <a:p>
            <a:fld id="{5E0677F5-4A8A-4BF1-96BE-3BAE8FBAFE2E}" type="slidenum">
              <a:rPr lang="en-US" dirty="0"/>
              <a:pPr/>
              <a:t>‹#›</a:t>
            </a:fld>
            <a:endParaRPr lang="en-US"/>
          </a:p>
        </p:txBody>
      </p:sp>
    </p:spTree>
    <p:extLst>
      <p:ext uri="{BB962C8B-B14F-4D97-AF65-F5344CB8AC3E}">
        <p14:creationId xmlns:p14="http://schemas.microsoft.com/office/powerpoint/2010/main" val="1037275468"/>
      </p:ext>
    </p:extLst>
  </p:cSld>
  <p:clrMapOvr>
    <a:masterClrMapping/>
  </p:clrMapOvr>
  <p:hf hdr="0" ftr="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31AE9B9-D0DC-50F5-FE7E-BCF950A9B60C}"/>
              </a:ext>
            </a:extLst>
          </p:cNvPr>
          <p:cNvSpPr/>
          <p:nvPr/>
        </p:nvSpPr>
        <p:spPr>
          <a:xfrm>
            <a:off x="28450" y="0"/>
            <a:ext cx="7600185" cy="6858000"/>
          </a:xfrm>
          <a:prstGeom prst="rect">
            <a:avLst/>
          </a:prstGeom>
          <a:gradFill>
            <a:gsLst>
              <a:gs pos="52000">
                <a:schemeClr val="bg2">
                  <a:alpha val="0"/>
                </a:schemeClr>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a:extLst>
              <a:ext uri="{FF2B5EF4-FFF2-40B4-BE49-F238E27FC236}">
                <a16:creationId xmlns:a16="http://schemas.microsoft.com/office/drawing/2014/main" id="{FF8F2B01-BAAD-F03E-72D9-CC472F3A5DE5}"/>
              </a:ext>
            </a:extLst>
          </p:cNvPr>
          <p:cNvSpPr/>
          <p:nvPr/>
        </p:nvSpPr>
        <p:spPr>
          <a:xfrm flipH="1" flipV="1">
            <a:off x="0" y="3409447"/>
            <a:ext cx="7609635" cy="3448553"/>
          </a:xfrm>
          <a:prstGeom prst="rect">
            <a:avLst/>
          </a:prstGeom>
          <a:gradFill>
            <a:gsLst>
              <a:gs pos="0">
                <a:schemeClr val="accent2"/>
              </a:gs>
              <a:gs pos="45000">
                <a:schemeClr val="bg2">
                  <a:alpha val="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5" name="Rectangle 4">
            <a:extLst>
              <a:ext uri="{FF2B5EF4-FFF2-40B4-BE49-F238E27FC236}">
                <a16:creationId xmlns:a16="http://schemas.microsoft.com/office/drawing/2014/main" id="{32F5B7E4-5668-20C3-5FFF-AA7F08736507}"/>
              </a:ext>
            </a:extLst>
          </p:cNvPr>
          <p:cNvSpPr/>
          <p:nvPr/>
        </p:nvSpPr>
        <p:spPr>
          <a:xfrm rot="16200000">
            <a:off x="394816" y="-375817"/>
            <a:ext cx="6858000" cy="7609635"/>
          </a:xfrm>
          <a:prstGeom prst="rect">
            <a:avLst/>
          </a:prstGeom>
          <a:gradFill>
            <a:gsLst>
              <a:gs pos="0">
                <a:schemeClr val="tx1"/>
              </a:gs>
              <a:gs pos="18000">
                <a:schemeClr val="accent3">
                  <a:lumMod val="60000"/>
                  <a:lumOff val="40000"/>
                  <a:alpha val="72000"/>
                </a:schemeClr>
              </a:gs>
              <a:gs pos="56000">
                <a:schemeClr val="accent1">
                  <a:lumMod val="50000"/>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4" name="Rectangle 3">
            <a:extLst>
              <a:ext uri="{FF2B5EF4-FFF2-40B4-BE49-F238E27FC236}">
                <a16:creationId xmlns:a16="http://schemas.microsoft.com/office/drawing/2014/main" id="{268344FF-8882-8B2E-4777-40771425C01A}"/>
              </a:ext>
            </a:extLst>
          </p:cNvPr>
          <p:cNvSpPr/>
          <p:nvPr/>
        </p:nvSpPr>
        <p:spPr>
          <a:xfrm rot="16200000">
            <a:off x="1188613" y="417977"/>
            <a:ext cx="5518112" cy="7361933"/>
          </a:xfrm>
          <a:prstGeom prst="rect">
            <a:avLst/>
          </a:prstGeom>
          <a:gradFill flip="none" rotWithShape="1">
            <a:gsLst>
              <a:gs pos="24000">
                <a:schemeClr val="bg2">
                  <a:alpha val="0"/>
                </a:schemeClr>
              </a:gs>
              <a:gs pos="45000">
                <a:schemeClr val="bg2">
                  <a:alpha val="82000"/>
                </a:schemeClr>
              </a:gs>
              <a:gs pos="67000">
                <a:schemeClr val="bg1">
                  <a:alpha val="0"/>
                </a:schemeClr>
              </a:gs>
            </a:gsLst>
            <a:lin ang="1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sp>
      <p:sp>
        <p:nvSpPr>
          <p:cNvPr id="8" name="Title 7">
            <a:extLst>
              <a:ext uri="{FF2B5EF4-FFF2-40B4-BE49-F238E27FC236}">
                <a16:creationId xmlns:a16="http://schemas.microsoft.com/office/drawing/2014/main" id="{5F9BCED7-6A0B-12F0-730B-5623879C9495}"/>
              </a:ext>
            </a:extLst>
          </p:cNvPr>
          <p:cNvSpPr>
            <a:spLocks noGrp="1"/>
          </p:cNvSpPr>
          <p:nvPr>
            <p:ph type="title"/>
          </p:nvPr>
        </p:nvSpPr>
        <p:spPr>
          <a:xfrm>
            <a:off x="266702" y="1714498"/>
            <a:ext cx="4960617" cy="4722876"/>
          </a:xfrm>
        </p:spPr>
        <p:txBody>
          <a:bodyPr/>
          <a:lstStyle>
            <a:lvl1pPr>
              <a:defRPr sz="5000"/>
            </a:lvl1pPr>
          </a:lstStyle>
          <a:p>
            <a:r>
              <a:rPr lang="en-US"/>
              <a:t>Click to edit Master title style</a:t>
            </a:r>
          </a:p>
        </p:txBody>
      </p:sp>
      <p:sp>
        <p:nvSpPr>
          <p:cNvPr id="13" name="Date Placeholder 12">
            <a:extLst>
              <a:ext uri="{FF2B5EF4-FFF2-40B4-BE49-F238E27FC236}">
                <a16:creationId xmlns:a16="http://schemas.microsoft.com/office/drawing/2014/main" id="{E14FBD3E-3A09-5EF4-6941-FFF3E03D5396}"/>
              </a:ext>
            </a:extLst>
          </p:cNvPr>
          <p:cNvSpPr>
            <a:spLocks noGrp="1"/>
          </p:cNvSpPr>
          <p:nvPr>
            <p:ph type="dt" sz="half" idx="14"/>
          </p:nvPr>
        </p:nvSpPr>
        <p:spPr/>
        <p:txBody>
          <a:bodyPr/>
          <a:lstStyle/>
          <a:p>
            <a:fld id="{7DA2CEDE-2AB4-4FB8-9551-E0AA4222B1A3}" type="datetimeFigureOut">
              <a:rPr lang="en-US" dirty="0"/>
              <a:t>10/7/26</a:t>
            </a:fld>
            <a:endParaRPr lang="en-US"/>
          </a:p>
        </p:txBody>
      </p:sp>
      <p:sp>
        <p:nvSpPr>
          <p:cNvPr id="14" name="Footer Placeholder 13">
            <a:extLst>
              <a:ext uri="{FF2B5EF4-FFF2-40B4-BE49-F238E27FC236}">
                <a16:creationId xmlns:a16="http://schemas.microsoft.com/office/drawing/2014/main" id="{362D8C0B-F931-385E-61C9-0E7226053F00}"/>
              </a:ext>
            </a:extLst>
          </p:cNvPr>
          <p:cNvSpPr>
            <a:spLocks noGrp="1"/>
          </p:cNvSpPr>
          <p:nvPr>
            <p:ph type="ftr" sz="quarter" idx="15"/>
          </p:nvPr>
        </p:nvSpPr>
        <p:spPr>
          <a:xfrm>
            <a:off x="7909368" y="210114"/>
            <a:ext cx="2509284" cy="365760"/>
          </a:xfrm>
        </p:spPr>
        <p:txBody>
          <a:bodyPr/>
          <a:lstStyle/>
          <a:p>
            <a:r>
              <a:rPr lang="en-US"/>
              <a:t>
              </a:t>
            </a:r>
          </a:p>
        </p:txBody>
      </p:sp>
      <p:sp>
        <p:nvSpPr>
          <p:cNvPr id="15" name="Slide Number Placeholder 14">
            <a:extLst>
              <a:ext uri="{FF2B5EF4-FFF2-40B4-BE49-F238E27FC236}">
                <a16:creationId xmlns:a16="http://schemas.microsoft.com/office/drawing/2014/main" id="{07E96BDD-FAA3-3ABD-453F-3A62D97801B5}"/>
              </a:ext>
            </a:extLst>
          </p:cNvPr>
          <p:cNvSpPr>
            <a:spLocks noGrp="1"/>
          </p:cNvSpPr>
          <p:nvPr>
            <p:ph type="sldNum" sz="quarter" idx="16"/>
          </p:nvPr>
        </p:nvSpPr>
        <p:spPr/>
        <p:txBody>
          <a:bodyPr/>
          <a:lstStyle/>
          <a:p>
            <a:fld id="{5E0677F5-4A8A-4BF1-96BE-3BAE8FBAFE2E}" type="slidenum">
              <a:rPr lang="en-US" dirty="0"/>
              <a:pPr/>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952232" y="1246951"/>
            <a:ext cx="3404277" cy="4923185"/>
          </a:xfrm>
        </p:spPr>
        <p:txBody>
          <a:bodyPr vert="horz" lIns="91440" tIns="45720" rIns="91440" bIns="45720" rtlCol="0" anchor="t">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Straight Connector 11">
            <a:extLst>
              <a:ext uri="{FF2B5EF4-FFF2-40B4-BE49-F238E27FC236}">
                <a16:creationId xmlns:a16="http://schemas.microsoft.com/office/drawing/2014/main" id="{5B086C0A-2B9C-7A1D-5F77-AF7402CC1F84}"/>
              </a:ext>
            </a:extLst>
          </p:cNvPr>
          <p:cNvCxnSpPr>
            <a:cxnSpLocks/>
          </p:cNvCxnSpPr>
          <p:nvPr/>
        </p:nvCxnSpPr>
        <p:spPr>
          <a:xfrm flipH="1">
            <a:off x="8002560" y="762000"/>
            <a:ext cx="3840480"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55758"/>
      </p:ext>
    </p:extLst>
  </p:cSld>
  <p:clrMapOvr>
    <a:masterClrMapping/>
  </p:clrMapOvr>
  <p:hf hdr="0" ft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C84410D4-C581-C48F-5E1D-E93DA884342F}"/>
              </a:ext>
            </a:extLst>
          </p:cNvPr>
          <p:cNvSpPr/>
          <p:nvPr/>
        </p:nvSpPr>
        <p:spPr>
          <a:xfrm rot="10800000">
            <a:off x="14619" y="-2"/>
            <a:ext cx="12177379" cy="4492404"/>
          </a:xfrm>
          <a:prstGeom prst="rect">
            <a:avLst/>
          </a:prstGeom>
          <a:gradFill flip="none" rotWithShape="1">
            <a:gsLst>
              <a:gs pos="33000">
                <a:schemeClr val="bg2">
                  <a:alpha val="0"/>
                </a:schemeClr>
              </a:gs>
              <a:gs pos="82000">
                <a:schemeClr val="accent1">
                  <a:lumMod val="50000"/>
                  <a:alpha val="44000"/>
                </a:schemeClr>
              </a:gs>
              <a:gs pos="100000">
                <a:schemeClr val="accent3">
                  <a:lumMod val="60000"/>
                  <a:lumOff val="40000"/>
                  <a:alpha val="90000"/>
                </a:schemeClr>
              </a:gs>
            </a:gsLst>
            <a:path path="circle">
              <a:fillToRect l="100000" t="100000"/>
            </a:path>
            <a:tileRect r="-100000" b="-100000"/>
          </a:gradFill>
          <a:ln>
            <a:noFill/>
          </a:ln>
        </p:spPr>
        <p:style>
          <a:lnRef idx="2">
            <a:schemeClr val="accent1">
              <a:shade val="15000"/>
            </a:schemeClr>
          </a:lnRef>
          <a:fillRef idx="1">
            <a:schemeClr val="accent1"/>
          </a:fillRef>
          <a:effectRef idx="0">
            <a:schemeClr val="accent1"/>
          </a:effectRef>
          <a:fontRef idx="minor">
            <a:schemeClr val="lt1"/>
          </a:fontRef>
        </p:style>
      </p:sp>
      <p:sp>
        <p:nvSpPr>
          <p:cNvPr id="10" name="Rectangle 9">
            <a:extLst>
              <a:ext uri="{FF2B5EF4-FFF2-40B4-BE49-F238E27FC236}">
                <a16:creationId xmlns:a16="http://schemas.microsoft.com/office/drawing/2014/main" id="{FF8F2B01-BAAD-F03E-72D9-CC472F3A5DE5}"/>
              </a:ext>
            </a:extLst>
          </p:cNvPr>
          <p:cNvSpPr/>
          <p:nvPr/>
        </p:nvSpPr>
        <p:spPr>
          <a:xfrm flipH="1" flipV="1">
            <a:off x="723903" y="1161955"/>
            <a:ext cx="11468097" cy="3330447"/>
          </a:xfrm>
          <a:prstGeom prst="rect">
            <a:avLst/>
          </a:prstGeom>
          <a:gradFill>
            <a:gsLst>
              <a:gs pos="0">
                <a:schemeClr val="accent2">
                  <a:lumMod val="75000"/>
                </a:schemeClr>
              </a:gs>
              <a:gs pos="27000">
                <a:schemeClr val="bg2">
                  <a:alpha val="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Rectangle 2">
            <a:extLst>
              <a:ext uri="{FF2B5EF4-FFF2-40B4-BE49-F238E27FC236}">
                <a16:creationId xmlns:a16="http://schemas.microsoft.com/office/drawing/2014/main" id="{D31AE9B9-D0DC-50F5-FE7E-BCF950A9B60C}"/>
              </a:ext>
            </a:extLst>
          </p:cNvPr>
          <p:cNvSpPr/>
          <p:nvPr/>
        </p:nvSpPr>
        <p:spPr>
          <a:xfrm rot="10800000">
            <a:off x="-14621" y="-7466"/>
            <a:ext cx="6110621" cy="2500409"/>
          </a:xfrm>
          <a:prstGeom prst="rect">
            <a:avLst/>
          </a:prstGeom>
          <a:gradFill flip="none" rotWithShape="1">
            <a:gsLst>
              <a:gs pos="63000">
                <a:schemeClr val="bg2">
                  <a:alpha val="0"/>
                </a:schemeClr>
              </a:gs>
              <a:gs pos="100000">
                <a:schemeClr val="accent1">
                  <a:lumMod val="50000"/>
                </a:schemeClr>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sp>
        <p:nvSpPr>
          <p:cNvPr id="5" name="Title 4">
            <a:extLst>
              <a:ext uri="{FF2B5EF4-FFF2-40B4-BE49-F238E27FC236}">
                <a16:creationId xmlns:a16="http://schemas.microsoft.com/office/drawing/2014/main" id="{B4D63E47-B71F-605F-2462-F6F2ED4F115C}"/>
              </a:ext>
            </a:extLst>
          </p:cNvPr>
          <p:cNvSpPr>
            <a:spLocks noGrp="1"/>
          </p:cNvSpPr>
          <p:nvPr>
            <p:ph type="title"/>
          </p:nvPr>
        </p:nvSpPr>
        <p:spPr>
          <a:xfrm>
            <a:off x="274320" y="1468924"/>
            <a:ext cx="5096176" cy="2461308"/>
          </a:xfrm>
        </p:spPr>
        <p:txBody>
          <a:bodyPr/>
          <a:lstStyle>
            <a:lvl1pPr>
              <a:defRPr sz="5000"/>
            </a:lvl1pPr>
          </a:lstStyle>
          <a:p>
            <a:r>
              <a:rPr lang="en-US"/>
              <a:t>Click to edit Master title style</a:t>
            </a:r>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419100" y="210114"/>
            <a:ext cx="2064089" cy="365760"/>
          </a:xfrm>
        </p:spPr>
        <p:txBody>
          <a:bodyPr/>
          <a:lstStyle>
            <a:lvl1pPr>
              <a:defRPr>
                <a:solidFill>
                  <a:schemeClr val="tx1"/>
                </a:solidFill>
              </a:defRPr>
            </a:lvl1pPr>
          </a:lstStyle>
          <a:p>
            <a:fld id="{75515BC3-2A9C-497B-B82C-246EEDDDF89C}" type="datetimeFigureOut">
              <a:rPr lang="en-US" dirty="0"/>
              <a:t>10/7/26</a:t>
            </a:fld>
            <a:endParaRPr lang="en-US"/>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477000" y="210114"/>
            <a:ext cx="3251508" cy="365760"/>
          </a:xfrm>
        </p:spPr>
        <p:txBody>
          <a:bodyPr/>
          <a:lstStyle>
            <a:lvl1pPr>
              <a:defRPr>
                <a:solidFill>
                  <a:schemeClr val="tx1"/>
                </a:solidFill>
              </a:defRPr>
            </a:lvl1pPr>
          </a:lstStyle>
          <a:p>
            <a:r>
              <a:rPr lang="en-US"/>
              <a:t>
              </a:t>
            </a:r>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487383" y="1161955"/>
            <a:ext cx="4158158" cy="2768278"/>
          </a:xfrm>
        </p:spPr>
        <p:txBody>
          <a:bodyPr vert="horz" lIns="91440" tIns="45720" rIns="91440" bIns="45720" rtlCol="0" anchor="b">
            <a:normAutofit/>
          </a:bodyPr>
          <a:lstStyle>
            <a:lvl1pPr marL="457200" indent="-457200">
              <a:spcBef>
                <a:spcPts val="1000"/>
              </a:spcBef>
              <a:spcAft>
                <a:spcPts val="600"/>
              </a:spcAft>
              <a:buFont typeface="+mj-lt"/>
              <a:buAutoNum type="arabicPeriod"/>
              <a:defRPr lang="en-US" sz="1600" dirty="0"/>
            </a:lvl1pPr>
            <a:lvl2pPr marL="571500" indent="-342900">
              <a:spcBef>
                <a:spcPts val="1000"/>
              </a:spcBef>
              <a:spcAft>
                <a:spcPts val="600"/>
              </a:spcAft>
              <a:buFont typeface="+mj-lt"/>
              <a:buAutoNum type="arabicPeriod"/>
              <a:defRPr lang="en-US" sz="1400" dirty="0"/>
            </a:lvl2pPr>
            <a:lvl3pPr marL="800100" indent="-342900">
              <a:spcBef>
                <a:spcPts val="1000"/>
              </a:spcBef>
              <a:spcAft>
                <a:spcPts val="600"/>
              </a:spcAft>
              <a:buFont typeface="+mj-lt"/>
              <a:buAutoNum type="arabicPeriod"/>
              <a:defRPr lang="en-US" sz="1400" dirty="0"/>
            </a:lvl3pPr>
            <a:lvl4pPr>
              <a:spcBef>
                <a:spcPts val="1000"/>
              </a:spcBef>
              <a:spcAft>
                <a:spcPts val="600"/>
              </a:spcAft>
              <a:buFont typeface="+mj-lt"/>
              <a:buAutoNum type="arabicPeriod"/>
              <a:defRPr lang="en-US" sz="1400" dirty="0"/>
            </a:lvl4pPr>
            <a:lvl5pPr>
              <a:spcBef>
                <a:spcPts val="1000"/>
              </a:spcBef>
              <a:spcAft>
                <a:spcPts val="600"/>
              </a:spcAft>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9B8CAF0-3749-D1CF-0FDA-20F4B5EE9862}"/>
              </a:ext>
            </a:extLst>
          </p:cNvPr>
          <p:cNvSpPr>
            <a:spLocks noGrp="1" noChangeAspect="1"/>
          </p:cNvSpPr>
          <p:nvPr>
            <p:ph type="pic" sz="quarter" idx="17" hasCustomPrompt="1"/>
          </p:nvPr>
        </p:nvSpPr>
        <p:spPr>
          <a:xfrm>
            <a:off x="0" y="4492402"/>
            <a:ext cx="12192000" cy="2365597"/>
          </a:xfrm>
          <a:blipFill>
            <a:blip r:embed="rId2">
              <a:alphaModFix amt="70000"/>
            </a:blip>
            <a:stretch>
              <a:fillRect/>
            </a:stretch>
          </a:blipFill>
        </p:spPr>
        <p:txBody>
          <a:bodyPr anchor="t"/>
          <a:lstStyle>
            <a:lvl1pPr>
              <a:defRPr/>
            </a:lvl1pPr>
          </a:lstStyle>
          <a:p>
            <a:endParaRPr/>
          </a:p>
        </p:txBody>
      </p:sp>
    </p:spTree>
    <p:extLst>
      <p:ext uri="{BB962C8B-B14F-4D97-AF65-F5344CB8AC3E}">
        <p14:creationId xmlns:p14="http://schemas.microsoft.com/office/powerpoint/2010/main" val="1581739064"/>
      </p:ext>
    </p:extLst>
  </p:cSld>
  <p:clrMapOvr>
    <a:masterClrMapping/>
  </p:clrMapOvr>
  <p:hf hdr="0" ft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Content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28AA25-2696-95B5-3DD1-1DDCE335B96E}"/>
              </a:ext>
            </a:extLst>
          </p:cNvPr>
          <p:cNvSpPr/>
          <p:nvPr/>
        </p:nvSpPr>
        <p:spPr>
          <a:xfrm>
            <a:off x="0" y="0"/>
            <a:ext cx="12192000" cy="6869579"/>
          </a:xfrm>
          <a:prstGeom prst="rect">
            <a:avLst/>
          </a:prstGeom>
          <a:gradFill flip="none" rotWithShape="1">
            <a:gsLst>
              <a:gs pos="23000">
                <a:schemeClr val="bg2">
                  <a:alpha val="0"/>
                </a:schemeClr>
              </a:gs>
              <a:gs pos="61000">
                <a:schemeClr val="accent1">
                  <a:lumMod val="50000"/>
                  <a:alpha val="50000"/>
                </a:schemeClr>
              </a:gs>
              <a:gs pos="100000">
                <a:schemeClr val="accent3">
                  <a:lumMod val="60000"/>
                  <a:lumOff val="40000"/>
                </a:schemeClr>
              </a:gs>
            </a:gsLst>
            <a:lin ang="18600000" scaled="0"/>
            <a:tileRect/>
          </a:gradFill>
          <a:ln>
            <a:noFill/>
          </a:ln>
        </p:spPr>
        <p:style>
          <a:lnRef idx="2">
            <a:schemeClr val="accent1">
              <a:shade val="15000"/>
            </a:schemeClr>
          </a:lnRef>
          <a:fillRef idx="1">
            <a:schemeClr val="accent1"/>
          </a:fillRef>
          <a:effectRef idx="0">
            <a:schemeClr val="accent1"/>
          </a:effectRef>
          <a:fontRef idx="minor">
            <a:schemeClr val="lt1"/>
          </a:fontRef>
        </p:style>
      </p:sp>
      <p:sp>
        <p:nvSpPr>
          <p:cNvPr id="7" name="Rectangle 6">
            <a:extLst>
              <a:ext uri="{FF2B5EF4-FFF2-40B4-BE49-F238E27FC236}">
                <a16:creationId xmlns:a16="http://schemas.microsoft.com/office/drawing/2014/main" id="{DE6450F3-50BF-885C-FD60-BACC77C3F1E0}"/>
              </a:ext>
            </a:extLst>
          </p:cNvPr>
          <p:cNvSpPr/>
          <p:nvPr/>
        </p:nvSpPr>
        <p:spPr>
          <a:xfrm flipH="1" flipV="1">
            <a:off x="0" y="1727456"/>
            <a:ext cx="12192001" cy="5130541"/>
          </a:xfrm>
          <a:prstGeom prst="rect">
            <a:avLst/>
          </a:prstGeom>
          <a:gradFill>
            <a:gsLst>
              <a:gs pos="0">
                <a:schemeClr val="accent2">
                  <a:lumMod val="75000"/>
                </a:schemeClr>
              </a:gs>
              <a:gs pos="45000">
                <a:schemeClr val="bg2">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a:extLst>
              <a:ext uri="{FF2B5EF4-FFF2-40B4-BE49-F238E27FC236}">
                <a16:creationId xmlns:a16="http://schemas.microsoft.com/office/drawing/2014/main" id="{3D53C05B-A90A-250E-CBC3-E741A87656D9}"/>
              </a:ext>
            </a:extLst>
          </p:cNvPr>
          <p:cNvSpPr/>
          <p:nvPr/>
        </p:nvSpPr>
        <p:spPr>
          <a:xfrm rot="5400000">
            <a:off x="4285048" y="-1037373"/>
            <a:ext cx="6869579" cy="8944324"/>
          </a:xfrm>
          <a:prstGeom prst="rect">
            <a:avLst/>
          </a:prstGeom>
          <a:gradFill flip="none" rotWithShape="1">
            <a:gsLst>
              <a:gs pos="60000">
                <a:schemeClr val="accent5">
                  <a:alpha val="0"/>
                </a:schemeClr>
              </a:gs>
              <a:gs pos="94000">
                <a:schemeClr val="accent3">
                  <a:lumMod val="20000"/>
                  <a:lumOff val="8000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a:extLst>
              <a:ext uri="{FF2B5EF4-FFF2-40B4-BE49-F238E27FC236}">
                <a16:creationId xmlns:a16="http://schemas.microsoft.com/office/drawing/2014/main" id="{D0B1BC43-B272-D419-E8BB-6EFDB7CB6DE6}"/>
              </a:ext>
            </a:extLst>
          </p:cNvPr>
          <p:cNvSpPr/>
          <p:nvPr/>
        </p:nvSpPr>
        <p:spPr>
          <a:xfrm rot="16200000">
            <a:off x="3586718" y="-681705"/>
            <a:ext cx="6783165" cy="8296238"/>
          </a:xfrm>
          <a:prstGeom prst="rect">
            <a:avLst/>
          </a:prstGeom>
          <a:gradFill flip="none" rotWithShape="1">
            <a:gsLst>
              <a:gs pos="26000">
                <a:schemeClr val="bg2"/>
              </a:gs>
              <a:gs pos="73000">
                <a:schemeClr val="bg2">
                  <a:alpha val="0"/>
                </a:schemeClr>
              </a:gs>
            </a:gsLst>
            <a:path path="circle">
              <a:fillToRect l="50000" t="50000" r="50000" b="50000"/>
            </a:path>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sp>
      <p:cxnSp>
        <p:nvCxnSpPr>
          <p:cNvPr id="11" name="Straight Connector 10">
            <a:extLst>
              <a:ext uri="{FF2B5EF4-FFF2-40B4-BE49-F238E27FC236}">
                <a16:creationId xmlns:a16="http://schemas.microsoft.com/office/drawing/2014/main" id="{9E9B18E3-016A-6508-4AB9-C1B35F40CE8C}"/>
              </a:ext>
            </a:extLst>
          </p:cNvPr>
          <p:cNvCxnSpPr>
            <a:cxnSpLocks/>
          </p:cNvCxnSpPr>
          <p:nvPr/>
        </p:nvCxnSpPr>
        <p:spPr>
          <a:xfrm flipH="1">
            <a:off x="394716" y="6101080"/>
            <a:ext cx="11402568" cy="0"/>
          </a:xfrm>
          <a:prstGeom prst="line">
            <a:avLst/>
          </a:prstGeom>
          <a:ln w="6350">
            <a:solidFill>
              <a:schemeClr val="tx1">
                <a:lumMod val="85000"/>
                <a:alpha val="50000"/>
              </a:schemeClr>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C44A4757-EA69-EF77-262C-A183AC218312}"/>
              </a:ext>
            </a:extLst>
          </p:cNvPr>
          <p:cNvSpPr/>
          <p:nvPr/>
        </p:nvSpPr>
        <p:spPr>
          <a:xfrm rot="10800000">
            <a:off x="0" y="1"/>
            <a:ext cx="12192000" cy="5281424"/>
          </a:xfrm>
          <a:prstGeom prst="rect">
            <a:avLst/>
          </a:prstGeom>
          <a:gradFill flip="none" rotWithShape="1">
            <a:gsLst>
              <a:gs pos="52000">
                <a:schemeClr val="accent2">
                  <a:lumMod val="50000"/>
                  <a:alpha val="0"/>
                </a:schemeClr>
              </a:gs>
              <a:gs pos="100000">
                <a:schemeClr val="accent1">
                  <a:lumMod val="75000"/>
                </a:schemeClr>
              </a:gs>
            </a:gsLst>
            <a:lin ang="42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1" y="914400"/>
            <a:ext cx="7498080" cy="2621280"/>
          </a:xfrm>
        </p:spPr>
        <p:txBody>
          <a:bodyPr anchor="b">
            <a:normAutofit/>
          </a:bodyPr>
          <a:lstStyle>
            <a:lvl1pPr>
              <a:defRPr sz="4800" b="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2BF3AD86-30C4-61DF-3300-53A4A4BB6D4D}"/>
              </a:ext>
            </a:extLst>
          </p:cNvPr>
          <p:cNvSpPr>
            <a:spLocks noGrp="1"/>
          </p:cNvSpPr>
          <p:nvPr>
            <p:ph type="dt" sz="half" idx="14"/>
          </p:nvPr>
        </p:nvSpPr>
        <p:spPr/>
        <p:txBody>
          <a:bodyPr/>
          <a:lstStyle/>
          <a:p>
            <a:fld id="{7DA2CEDE-2AB4-4FB8-9551-E0AA4222B1A3}" type="datetimeFigureOut">
              <a:rPr lang="en-US" dirty="0"/>
              <a:t>10/7/26</a:t>
            </a:fld>
            <a:endParaRPr lang="en-US"/>
          </a:p>
        </p:txBody>
      </p:sp>
      <p:sp>
        <p:nvSpPr>
          <p:cNvPr id="5" name="Footer Placeholder 4">
            <a:extLst>
              <a:ext uri="{FF2B5EF4-FFF2-40B4-BE49-F238E27FC236}">
                <a16:creationId xmlns:a16="http://schemas.microsoft.com/office/drawing/2014/main" id="{B40ED380-F3FA-F88A-4719-014588A2E13B}"/>
              </a:ext>
            </a:extLst>
          </p:cNvPr>
          <p:cNvSpPr>
            <a:spLocks noGrp="1"/>
          </p:cNvSpPr>
          <p:nvPr>
            <p:ph type="ftr" sz="quarter" idx="15"/>
          </p:nvPr>
        </p:nvSpPr>
        <p:spPr/>
        <p:txBody>
          <a:bodyPr/>
          <a:lstStyle/>
          <a:p>
            <a:r>
              <a:rPr lang="en-US"/>
              <a:t>
              </a:t>
            </a:r>
          </a:p>
        </p:txBody>
      </p:sp>
      <p:sp>
        <p:nvSpPr>
          <p:cNvPr id="6" name="Slide Number Placeholder 5">
            <a:extLst>
              <a:ext uri="{FF2B5EF4-FFF2-40B4-BE49-F238E27FC236}">
                <a16:creationId xmlns:a16="http://schemas.microsoft.com/office/drawing/2014/main" id="{A218F7C8-EA2A-EA2C-5113-86B95AACB171}"/>
              </a:ext>
            </a:extLst>
          </p:cNvPr>
          <p:cNvSpPr>
            <a:spLocks noGrp="1"/>
          </p:cNvSpPr>
          <p:nvPr>
            <p:ph type="sldNum" sz="quarter" idx="16"/>
          </p:nvPr>
        </p:nvSpPr>
        <p:spPr/>
        <p:txBody>
          <a:bodyPr/>
          <a:lstStyle/>
          <a:p>
            <a:fld id="{5E0677F5-4A8A-4BF1-96BE-3BAE8FBAFE2E}" type="slidenum">
              <a:rPr lang="en-US" dirty="0"/>
              <a:pPr/>
              <a:t>‹#›</a:t>
            </a:fld>
            <a:endParaRPr lang="en-US"/>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01751" y="3901440"/>
            <a:ext cx="7498080" cy="18288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27495696"/>
      </p:ext>
    </p:extLst>
  </p:cSld>
  <p:clrMapOvr>
    <a:masterClrMapping/>
  </p:clrMapOvr>
  <p:hf hdr="0" ft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Content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CB42C01-B12A-AF17-D0E9-403E14D1D1A7}"/>
              </a:ext>
            </a:extLst>
          </p:cNvPr>
          <p:cNvSpPr/>
          <p:nvPr/>
        </p:nvSpPr>
        <p:spPr>
          <a:xfrm rot="10800000" flipH="1">
            <a:off x="391802" y="773848"/>
            <a:ext cx="11800198" cy="3151902"/>
          </a:xfrm>
          <a:prstGeom prst="rect">
            <a:avLst/>
          </a:prstGeom>
          <a:gradFill>
            <a:gsLst>
              <a:gs pos="79000">
                <a:schemeClr val="bg2">
                  <a:alpha val="0"/>
                </a:schemeClr>
              </a:gs>
              <a:gs pos="100000">
                <a:schemeClr val="accent5">
                  <a:lumMod val="75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 name="Rectangle 4">
            <a:extLst>
              <a:ext uri="{FF2B5EF4-FFF2-40B4-BE49-F238E27FC236}">
                <a16:creationId xmlns:a16="http://schemas.microsoft.com/office/drawing/2014/main" id="{A04AA29D-41E7-06F1-DA88-95401F827C71}"/>
              </a:ext>
            </a:extLst>
          </p:cNvPr>
          <p:cNvSpPr/>
          <p:nvPr/>
        </p:nvSpPr>
        <p:spPr>
          <a:xfrm rot="10800000" flipH="1">
            <a:off x="0" y="773847"/>
            <a:ext cx="11026588" cy="1634270"/>
          </a:xfrm>
          <a:prstGeom prst="rect">
            <a:avLst/>
          </a:prstGeom>
          <a:gradFill flip="none" rotWithShape="1">
            <a:gsLst>
              <a:gs pos="575">
                <a:schemeClr val="accent2"/>
              </a:gs>
              <a:gs pos="3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66900" y="1918144"/>
            <a:ext cx="2939186" cy="2096814"/>
          </a:xfrm>
        </p:spPr>
        <p:txBody>
          <a:bodyPr vert="horz" lIns="91440" tIns="45720" rIns="91440" bIns="45720" rtlCol="0" anchor="t">
            <a:normAutofit/>
          </a:bodyPr>
          <a:lstStyle>
            <a:lvl1pPr>
              <a:defRPr lang="en-US" dirty="0">
                <a:solidFill>
                  <a:schemeClr val="tx1"/>
                </a:solidFill>
              </a:defRPr>
            </a:lvl1pPr>
          </a:lstStyle>
          <a:p>
            <a:pPr lvl="0"/>
            <a:r>
              <a:rPr lang="en-US"/>
              <a:t>Click to edit Master title style</a:t>
            </a:r>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C3E08220-0958-4EB6-84AC-FBA5654D4035}" type="datetimeFigureOut">
              <a:rPr lang="en-US" dirty="0"/>
              <a:t>10/7/26</a:t>
            </a:fld>
            <a:endParaRPr lang="en-US"/>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a:xfrm>
            <a:off x="5334000" y="210114"/>
            <a:ext cx="2939491" cy="365760"/>
          </a:xfrm>
        </p:spPr>
        <p:txBody>
          <a:bodyPr/>
          <a:lstStyle/>
          <a:p>
            <a:r>
              <a:rPr lang="en-US"/>
              <a:t>
              </a:t>
            </a:r>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334000" y="1918145"/>
            <a:ext cx="4991100" cy="41330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65632986"/>
      </p:ext>
    </p:extLst>
  </p:cSld>
  <p:clrMapOvr>
    <a:masterClrMapping/>
  </p:clrMapOvr>
  <p:hf hdr="0" ft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52500"/>
            <a:ext cx="3332784" cy="1581912"/>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301752" y="205986"/>
            <a:ext cx="1097280" cy="365760"/>
          </a:xfrm>
        </p:spPr>
        <p:txBody>
          <a:bodyPr/>
          <a:lstStyle/>
          <a:p>
            <a:fld id="{37D881E9-FF16-48A7-B8AA-A17AAAEAD6E1}" type="datetimeFigureOut">
              <a:rPr lang="en-US" dirty="0"/>
              <a:t>10/7/26</a:t>
            </a:fld>
            <a:endParaRPr lang="en-US"/>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1494378" y="207291"/>
            <a:ext cx="1639372" cy="365760"/>
          </a:xfrm>
        </p:spPr>
        <p:txBody>
          <a:bodyPr/>
          <a:lstStyle/>
          <a:p>
            <a:r>
              <a:rPr lang="en-US"/>
              <a:t>
              </a:t>
            </a:r>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a:xfrm>
            <a:off x="3140760" y="210114"/>
            <a:ext cx="493776" cy="365760"/>
          </a:xfrm>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301752" y="3099816"/>
            <a:ext cx="3332784" cy="3054096"/>
          </a:xfrm>
        </p:spPr>
        <p:txBody>
          <a:bodyPr>
            <a:normAutofit/>
          </a:bodyPr>
          <a:lstStyle>
            <a:lvl1pPr marL="0" indent="0">
              <a:buNone/>
              <a:defRPr sz="14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F93A3E8A-C3F5-3D0B-FDE4-68B52DFE7196}"/>
              </a:ext>
            </a:extLst>
          </p:cNvPr>
          <p:cNvSpPr>
            <a:spLocks noGrp="1" noChangeAspect="1"/>
          </p:cNvSpPr>
          <p:nvPr>
            <p:ph type="pic" sz="quarter" idx="15" hasCustomPrompt="1"/>
          </p:nvPr>
        </p:nvSpPr>
        <p:spPr>
          <a:xfrm>
            <a:off x="4152900" y="0"/>
            <a:ext cx="8039100" cy="6858000"/>
          </a:xfrm>
          <a:blipFill dpi="0" rotWithShape="1">
            <a:blip r:embed="rId2">
              <a:alphaModFix amt="60000"/>
            </a:blip>
            <a:srcRect/>
            <a:stretch>
              <a:fillRect/>
            </a:stretch>
          </a:blipFill>
        </p:spPr>
        <p:txBody>
          <a:bodyPr anchor="t"/>
          <a:lstStyle>
            <a:lvl1pPr>
              <a:defRPr/>
            </a:lvl1pPr>
          </a:lstStyle>
          <a:p>
            <a:endParaRPr/>
          </a:p>
        </p:txBody>
      </p:sp>
      <p:cxnSp>
        <p:nvCxnSpPr>
          <p:cNvPr id="5" name="Straight Connector 4">
            <a:extLst>
              <a:ext uri="{FF2B5EF4-FFF2-40B4-BE49-F238E27FC236}">
                <a16:creationId xmlns:a16="http://schemas.microsoft.com/office/drawing/2014/main" id="{2A942C55-3382-C50D-76EB-793EA21DA34F}"/>
              </a:ext>
            </a:extLst>
          </p:cNvPr>
          <p:cNvCxnSpPr>
            <a:cxnSpLocks/>
          </p:cNvCxnSpPr>
          <p:nvPr/>
        </p:nvCxnSpPr>
        <p:spPr>
          <a:xfrm flipH="1">
            <a:off x="397288" y="2811277"/>
            <a:ext cx="324613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8987658"/>
      </p:ext>
    </p:extLst>
  </p:cSld>
  <p:clrMapOvr>
    <a:masterClrMapping/>
  </p:clrMapOvr>
  <p:hf hdr="0" ft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4282051"/>
            <a:ext cx="3410958" cy="1532976"/>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1C17E7B2-E2F9-D41D-D140-E89E0C3F5B96}"/>
              </a:ext>
            </a:extLst>
          </p:cNvPr>
          <p:cNvSpPr>
            <a:spLocks noGrp="1" noChangeAspect="1"/>
          </p:cNvSpPr>
          <p:nvPr>
            <p:ph type="pic" sz="quarter" idx="16" hasCustomPrompt="1"/>
          </p:nvPr>
        </p:nvSpPr>
        <p:spPr>
          <a:xfrm>
            <a:off x="0" y="0"/>
            <a:ext cx="12192000" cy="3864075"/>
          </a:xfrm>
          <a:blipFill dpi="0" rotWithShape="1">
            <a:blip r:embed="rId2">
              <a:alphaModFix amt="60000"/>
            </a:blip>
            <a:srcRect/>
            <a:stretch>
              <a:fillRect/>
            </a:stretch>
          </a:blipFill>
        </p:spPr>
        <p:txBody>
          <a:bodyPr anchor="t"/>
          <a:lstStyle>
            <a:lvl1pPr>
              <a:defRPr/>
            </a:lvl1pPr>
          </a:lstStyle>
          <a:p>
            <a:endParaRP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4282051"/>
            <a:ext cx="7010399" cy="1532976"/>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01752" y="6263640"/>
            <a:ext cx="1759288" cy="365760"/>
          </a:xfrm>
        </p:spPr>
        <p:txBody>
          <a:bodyPr/>
          <a:lstStyle/>
          <a:p>
            <a:fld id="{862C1B48-5712-40E8-928E-1136C5D12A17}" type="datetimeFigureOut">
              <a:rPr lang="en-US" dirty="0"/>
              <a:t>10/7/26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6263640"/>
            <a:ext cx="2509284" cy="365760"/>
          </a:xfrm>
        </p:spPr>
        <p:txBody>
          <a:bodyPr/>
          <a:lstStyle/>
          <a:p>
            <a:r>
              <a:rPr lang="en-US"/>
              <a:t>
              </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300323" y="6263640"/>
            <a:ext cx="605475" cy="365760"/>
          </a:xfrm>
        </p:spPr>
        <p:txBody>
          <a:bodyPr/>
          <a:lstStyle/>
          <a:p>
            <a:fld id="{5E0677F5-4A8A-4BF1-96BE-3BAE8FBAFE2E}" type="slidenum">
              <a:rPr lang="en-US" dirty="0"/>
              <a:t>‹#›</a:t>
            </a:fld>
            <a:endParaRPr lang="en-US"/>
          </a:p>
        </p:txBody>
      </p:sp>
      <p:cxnSp>
        <p:nvCxnSpPr>
          <p:cNvPr id="9" name="Straight Connector 8">
            <a:extLst>
              <a:ext uri="{FF2B5EF4-FFF2-40B4-BE49-F238E27FC236}">
                <a16:creationId xmlns:a16="http://schemas.microsoft.com/office/drawing/2014/main" id="{16192296-0A21-2685-A792-B2723855E5B3}"/>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6843466"/>
      </p:ext>
    </p:extLst>
  </p:cSld>
  <p:clrMapOvr>
    <a:masterClrMapping/>
  </p:clrMapOvr>
  <p:hf hdr="0" ft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D0E9D96-CB28-0F2C-BBB9-CE51B3EEBF53}"/>
              </a:ext>
            </a:extLst>
          </p:cNvPr>
          <p:cNvSpPr/>
          <p:nvPr/>
        </p:nvSpPr>
        <p:spPr>
          <a:xfrm flipH="1">
            <a:off x="6959599"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491984" y="955810"/>
            <a:ext cx="4114800" cy="1244051"/>
          </a:xfrm>
        </p:spPr>
        <p:txBody>
          <a:bodyPr anchor="b"/>
          <a:lstStyle/>
          <a:p>
            <a:r>
              <a:rPr lang="en-US"/>
              <a:t>Click to edit Master title style</a:t>
            </a:r>
          </a:p>
        </p:txBody>
      </p:sp>
      <p:sp>
        <p:nvSpPr>
          <p:cNvPr id="12" name="Picture Placeholder 11">
            <a:extLst>
              <a:ext uri="{FF2B5EF4-FFF2-40B4-BE49-F238E27FC236}">
                <a16:creationId xmlns:a16="http://schemas.microsoft.com/office/drawing/2014/main" id="{F8A45037-DD9A-9287-B37A-49CD4CC3CAFB}"/>
              </a:ext>
            </a:extLst>
          </p:cNvPr>
          <p:cNvSpPr>
            <a:spLocks noGrp="1" noChangeAspect="1"/>
          </p:cNvSpPr>
          <p:nvPr>
            <p:ph type="pic" sz="quarter" idx="15" hasCustomPrompt="1"/>
          </p:nvPr>
        </p:nvSpPr>
        <p:spPr>
          <a:xfrm>
            <a:off x="0" y="1"/>
            <a:ext cx="6959600" cy="6858000"/>
          </a:xfrm>
          <a:blipFill>
            <a:blip r:embed="rId2">
              <a:alphaModFix amt="60000"/>
            </a:blip>
            <a:stretch>
              <a:fillRect/>
            </a:stretch>
          </a:blipFill>
        </p:spPr>
        <p:txBody>
          <a:bodyPr anchor="t"/>
          <a:lstStyle>
            <a:lvl1pPr>
              <a:defRPr/>
            </a:lvl1pPr>
          </a:lstStyle>
          <a:p>
            <a:endParaRPr/>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7469431" y="210114"/>
            <a:ext cx="1485900" cy="365760"/>
          </a:xfrm>
        </p:spPr>
        <p:txBody>
          <a:bodyPr/>
          <a:lstStyle/>
          <a:p>
            <a:fld id="{2BDF39F2-6977-4B14-98E3-4DFE82804B0D}" type="datetimeFigureOut">
              <a:rPr lang="en-US" dirty="0"/>
              <a:t>10/7/26</a:t>
            </a:fld>
            <a:endParaRPr lang="en-US"/>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9376096" y="210114"/>
            <a:ext cx="1860464" cy="365760"/>
          </a:xfrm>
        </p:spPr>
        <p:txBody>
          <a:bodyPr/>
          <a:lstStyle/>
          <a:p>
            <a:r>
              <a:rPr lang="en-US"/>
              <a:t>
              </a:t>
            </a:r>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491984" y="2791033"/>
            <a:ext cx="4114800" cy="33832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5" name="Straight Connector 4">
            <a:extLst>
              <a:ext uri="{FF2B5EF4-FFF2-40B4-BE49-F238E27FC236}">
                <a16:creationId xmlns:a16="http://schemas.microsoft.com/office/drawing/2014/main" id="{BE9AF0A0-5001-F380-4488-B02AB3C79B31}"/>
              </a:ext>
            </a:extLst>
          </p:cNvPr>
          <p:cNvCxnSpPr>
            <a:cxnSpLocks/>
          </p:cNvCxnSpPr>
          <p:nvPr/>
        </p:nvCxnSpPr>
        <p:spPr>
          <a:xfrm flipH="1">
            <a:off x="7595441" y="2475756"/>
            <a:ext cx="4011343"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ED0235B-B98B-7313-28E9-8E643CDFF4A6}"/>
              </a:ext>
            </a:extLst>
          </p:cNvPr>
          <p:cNvSpPr/>
          <p:nvPr/>
        </p:nvSpPr>
        <p:spPr>
          <a:xfrm flipH="1">
            <a:off x="6959599" y="5749680"/>
            <a:ext cx="5232400" cy="1108320"/>
          </a:xfrm>
          <a:prstGeom prst="rect">
            <a:avLst/>
          </a:prstGeom>
          <a:gradFill>
            <a:gsLst>
              <a:gs pos="65000">
                <a:schemeClr val="accent1">
                  <a:lumMod val="50000"/>
                  <a:alpha val="0"/>
                </a:schemeClr>
              </a:gs>
              <a:gs pos="100000">
                <a:schemeClr val="accent6">
                  <a:lumMod val="75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626511999"/>
      </p:ext>
    </p:extLst>
  </p:cSld>
  <p:clrMapOvr>
    <a:masterClrMapping/>
  </p:clrMapOvr>
  <p:hf hdr="0" ft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017686"/>
            <a:ext cx="3410958" cy="1532976"/>
          </a:xfrm>
        </p:spPr>
        <p:txBody>
          <a:bodyPr anchor="t">
            <a:normAutofit/>
          </a:bodyPr>
          <a:lstStyle>
            <a:lvl1pPr>
              <a:defRPr sz="2800"/>
            </a:lvl1pPr>
          </a:lstStyle>
          <a:p>
            <a:r>
              <a:rPr lang="en-US"/>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62C1B48-5712-40E8-928E-1136C5D12A17}" type="datetimeFigureOut">
              <a:rPr lang="en-US" dirty="0"/>
              <a:t>10/7/26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480560" y="210114"/>
            <a:ext cx="2509284" cy="365760"/>
          </a:xfrm>
        </p:spPr>
        <p:txBody>
          <a:bodyPr/>
          <a:lstStyle/>
          <a:p>
            <a:r>
              <a:rPr lang="en-US"/>
              <a:t>
              </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1017686"/>
            <a:ext cx="7010399" cy="2377440"/>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C17E7B2-E2F9-D41D-D140-E89E0C3F5B96}"/>
              </a:ext>
            </a:extLst>
          </p:cNvPr>
          <p:cNvSpPr>
            <a:spLocks noGrp="1" noChangeAspect="1"/>
          </p:cNvSpPr>
          <p:nvPr>
            <p:ph type="pic" sz="quarter" idx="16" hasCustomPrompt="1"/>
          </p:nvPr>
        </p:nvSpPr>
        <p:spPr>
          <a:xfrm>
            <a:off x="0" y="3837709"/>
            <a:ext cx="12192000" cy="3020291"/>
          </a:xfrm>
          <a:blipFill dpi="0" rotWithShape="1">
            <a:blip r:embed="rId2">
              <a:alphaModFix amt="60000"/>
            </a:blip>
            <a:srcRect/>
            <a:stretch>
              <a:fillRect t="-27937"/>
            </a:stretch>
          </a:blipFill>
        </p:spPr>
        <p:txBody>
          <a:bodyPr anchor="t"/>
          <a:lstStyle>
            <a:lvl1pPr>
              <a:defRPr/>
            </a:lvl1pPr>
          </a:lstStyle>
          <a:p>
            <a:endParaRPr/>
          </a:p>
        </p:txBody>
      </p:sp>
    </p:spTree>
    <p:extLst>
      <p:ext uri="{BB962C8B-B14F-4D97-AF65-F5344CB8AC3E}">
        <p14:creationId xmlns:p14="http://schemas.microsoft.com/office/powerpoint/2010/main" val="2061414480"/>
      </p:ext>
    </p:extLst>
  </p:cSld>
  <p:clrMapOvr>
    <a:masterClrMapping/>
  </p:clrMapOvr>
  <p:hf hdr="0" ftr="0"/>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1371600"/>
            <a:ext cx="3474720" cy="2286000"/>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323EC03A-74B3-46B6-A70D-0B367EABDC7F}" type="datetimeFigureOut">
              <a:rPr lang="en-US" dirty="0"/>
              <a:t>10/7/26</a:t>
            </a:fld>
            <a:endParaRPr lang="en-US"/>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a:xfrm>
            <a:off x="4457700" y="210114"/>
            <a:ext cx="2859307" cy="365760"/>
          </a:xfrm>
        </p:spPr>
        <p:txBody>
          <a:bodyPr/>
          <a:lstStyle/>
          <a:p>
            <a:r>
              <a:rPr lang="en-US"/>
              <a:t>
              </a:t>
            </a:r>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a:xfrm>
            <a:off x="7611572" y="210114"/>
            <a:ext cx="605475" cy="365760"/>
          </a:xfrm>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4457700" y="1371600"/>
            <a:ext cx="3368778" cy="4701943"/>
          </a:xfrm>
        </p:spPr>
        <p:txBody>
          <a:bodyPr rIns="4572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15A7BF66-FFF1-E318-9AFE-331E011D59C1}"/>
              </a:ext>
            </a:extLst>
          </p:cNvPr>
          <p:cNvSpPr>
            <a:spLocks noGrp="1" noChangeAspect="1"/>
          </p:cNvSpPr>
          <p:nvPr>
            <p:ph type="pic" sz="quarter" idx="15" hasCustomPrompt="1"/>
          </p:nvPr>
        </p:nvSpPr>
        <p:spPr>
          <a:xfrm>
            <a:off x="8731045" y="0"/>
            <a:ext cx="3460955" cy="6866879"/>
          </a:xfrm>
          <a:blipFill>
            <a:blip r:embed="rId2">
              <a:alphaModFix amt="60000"/>
            </a:blip>
            <a:stretch>
              <a:fillRect/>
            </a:stretch>
          </a:blipFill>
        </p:spPr>
        <p:txBody>
          <a:bodyPr anchor="t"/>
          <a:lstStyle>
            <a:lvl1pPr>
              <a:defRPr/>
            </a:lvl1pPr>
          </a:lstStyle>
          <a:p>
            <a:endParaRPr/>
          </a:p>
        </p:txBody>
      </p:sp>
      <p:sp>
        <p:nvSpPr>
          <p:cNvPr id="5" name="Rectangle 4">
            <a:extLst>
              <a:ext uri="{FF2B5EF4-FFF2-40B4-BE49-F238E27FC236}">
                <a16:creationId xmlns:a16="http://schemas.microsoft.com/office/drawing/2014/main" id="{6D750207-6F0E-41F2-98B5-15BCAB2BF9AD}"/>
              </a:ext>
            </a:extLst>
          </p:cNvPr>
          <p:cNvSpPr/>
          <p:nvPr/>
        </p:nvSpPr>
        <p:spPr>
          <a:xfrm flipH="1">
            <a:off x="0" y="4771072"/>
            <a:ext cx="4874661" cy="2095805"/>
          </a:xfrm>
          <a:prstGeom prst="rect">
            <a:avLst/>
          </a:prstGeom>
          <a:gradFill>
            <a:gsLst>
              <a:gs pos="67000">
                <a:schemeClr val="bg2">
                  <a:alpha val="0"/>
                </a:schemeClr>
              </a:gs>
              <a:gs pos="95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a:extLst>
              <a:ext uri="{FF2B5EF4-FFF2-40B4-BE49-F238E27FC236}">
                <a16:creationId xmlns:a16="http://schemas.microsoft.com/office/drawing/2014/main" id="{E21E79A5-CC18-0B38-C9F4-CA5690475280}"/>
              </a:ext>
            </a:extLst>
          </p:cNvPr>
          <p:cNvSpPr/>
          <p:nvPr/>
        </p:nvSpPr>
        <p:spPr>
          <a:xfrm flipH="1">
            <a:off x="-2" y="3852909"/>
            <a:ext cx="2823100" cy="3022846"/>
          </a:xfrm>
          <a:prstGeom prst="rect">
            <a:avLst/>
          </a:prstGeom>
          <a:gradFill flip="none" rotWithShape="1">
            <a:gsLst>
              <a:gs pos="0">
                <a:schemeClr val="tx2">
                  <a:alpha val="50000"/>
                </a:schemeClr>
              </a:gs>
              <a:gs pos="17000">
                <a:schemeClr val="accent6">
                  <a:lumMod val="60000"/>
                  <a:lumOff val="40000"/>
                  <a:alpha val="52000"/>
                </a:schemeClr>
              </a:gs>
              <a:gs pos="58000">
                <a:schemeClr val="bg1">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sp>
      <p:cxnSp>
        <p:nvCxnSpPr>
          <p:cNvPr id="7" name="Straight Connector 6">
            <a:extLst>
              <a:ext uri="{FF2B5EF4-FFF2-40B4-BE49-F238E27FC236}">
                <a16:creationId xmlns:a16="http://schemas.microsoft.com/office/drawing/2014/main" id="{B80496BC-B679-515B-9928-2CC91AD7A8A2}"/>
              </a:ext>
            </a:extLst>
          </p:cNvPr>
          <p:cNvCxnSpPr>
            <a:cxnSpLocks/>
          </p:cNvCxnSpPr>
          <p:nvPr/>
        </p:nvCxnSpPr>
        <p:spPr>
          <a:xfrm flipH="1">
            <a:off x="397002" y="751313"/>
            <a:ext cx="7726680"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44311"/>
      </p:ext>
    </p:extLst>
  </p:cSld>
  <p:clrMapOvr>
    <a:masterClrMapping/>
  </p:clrMapOvr>
  <p:hf hdr="0" ftr="0"/>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952499"/>
            <a:ext cx="6751127" cy="1250871"/>
          </a:xfrm>
        </p:spPr>
        <p:txBody>
          <a:bodyPr anchor="b"/>
          <a:lstStyle/>
          <a:p>
            <a:r>
              <a:rPr lang="en-US"/>
              <a:t>Click to edit Master title style</a:t>
            </a:r>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01752" y="203862"/>
            <a:ext cx="2286000" cy="365760"/>
          </a:xfrm>
        </p:spPr>
        <p:txBody>
          <a:bodyPr/>
          <a:lstStyle/>
          <a:p>
            <a:fld id="{D6F66A7C-2450-4D43-AEC7-53AFAE9E8A03}" type="datetimeFigureOut">
              <a:rPr lang="en-US" dirty="0"/>
              <a:t>10/7/26</a:t>
            </a:fld>
            <a:endParaRPr lang="en-US"/>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2590800" y="203862"/>
            <a:ext cx="2775003" cy="365760"/>
          </a:xfrm>
        </p:spPr>
        <p:txBody>
          <a:bodyPr/>
          <a:lstStyle/>
          <a:p>
            <a:r>
              <a:rPr lang="en-US"/>
              <a:t>
              </a:t>
            </a:r>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6247336" y="203862"/>
            <a:ext cx="864794" cy="365760"/>
          </a:xfrm>
        </p:spPr>
        <p:txBody>
          <a:bodyPr/>
          <a:lstStyle/>
          <a:p>
            <a:fld id="{5E0677F5-4A8A-4BF1-96BE-3BAE8FBAFE2E}" type="slidenum">
              <a:rPr lang="en-US" dirty="0"/>
              <a:t>‹#›</a:t>
            </a:fld>
            <a:endParaRPr lang="en-US"/>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301752" y="2410518"/>
            <a:ext cx="6755514" cy="38074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EE2866F3-0262-FC88-23E2-359D75EA8A79}"/>
              </a:ext>
            </a:extLst>
          </p:cNvPr>
          <p:cNvSpPr>
            <a:spLocks noGrp="1" noChangeAspect="1"/>
          </p:cNvSpPr>
          <p:nvPr>
            <p:ph type="pic" sz="quarter" idx="15" hasCustomPrompt="1"/>
          </p:nvPr>
        </p:nvSpPr>
        <p:spPr>
          <a:xfrm>
            <a:off x="7620000" y="0"/>
            <a:ext cx="4572000" cy="6858000"/>
          </a:xfrm>
          <a:blipFill>
            <a:blip r:embed="rId2">
              <a:alphaModFix amt="60000"/>
            </a:blip>
            <a:stretch>
              <a:fillRect/>
            </a:stretch>
          </a:blipFill>
        </p:spPr>
        <p:txBody>
          <a:bodyPr anchor="t"/>
          <a:lstStyle>
            <a:lvl1pPr>
              <a:defRPr/>
            </a:lvl1pPr>
          </a:lstStyle>
          <a:p>
            <a:endParaRPr/>
          </a:p>
        </p:txBody>
      </p:sp>
      <p:sp>
        <p:nvSpPr>
          <p:cNvPr id="6" name="Rectangle 5">
            <a:extLst>
              <a:ext uri="{FF2B5EF4-FFF2-40B4-BE49-F238E27FC236}">
                <a16:creationId xmlns:a16="http://schemas.microsoft.com/office/drawing/2014/main" id="{EC640749-9485-B575-4B2A-075EAA112D08}"/>
              </a:ext>
            </a:extLst>
          </p:cNvPr>
          <p:cNvSpPr/>
          <p:nvPr/>
        </p:nvSpPr>
        <p:spPr>
          <a:xfrm flipH="1">
            <a:off x="0" y="3706098"/>
            <a:ext cx="7620000" cy="3151902"/>
          </a:xfrm>
          <a:prstGeom prst="rect">
            <a:avLst/>
          </a:prstGeom>
          <a:gradFill>
            <a:gsLst>
              <a:gs pos="79000">
                <a:schemeClr val="bg2">
                  <a:alpha val="0"/>
                </a:schemeClr>
              </a:gs>
              <a:gs pos="100000">
                <a:schemeClr val="accent6">
                  <a:alpha val="66000"/>
                </a:schemeClr>
              </a:gs>
            </a:gsLst>
            <a:lin ang="528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Rectangle 6">
            <a:extLst>
              <a:ext uri="{FF2B5EF4-FFF2-40B4-BE49-F238E27FC236}">
                <a16:creationId xmlns:a16="http://schemas.microsoft.com/office/drawing/2014/main" id="{A5E19E54-3987-D72A-629F-B4FB61FCC4E9}"/>
              </a:ext>
            </a:extLst>
          </p:cNvPr>
          <p:cNvSpPr/>
          <p:nvPr/>
        </p:nvSpPr>
        <p:spPr>
          <a:xfrm flipH="1">
            <a:off x="0" y="5597112"/>
            <a:ext cx="7620000" cy="1260888"/>
          </a:xfrm>
          <a:prstGeom prst="rect">
            <a:avLst/>
          </a:prstGeom>
          <a:gradFill flip="none" rotWithShape="1">
            <a:gsLst>
              <a:gs pos="21830">
                <a:schemeClr val="accent1">
                  <a:alpha val="29000"/>
                </a:schemeClr>
              </a:gs>
              <a:gs pos="0">
                <a:schemeClr val="accent5">
                  <a:lumMod val="60000"/>
                  <a:lumOff val="40000"/>
                  <a:alpha val="84000"/>
                </a:schemeClr>
              </a:gs>
              <a:gs pos="57000">
                <a:schemeClr val="bg1">
                  <a:alpha val="0"/>
                </a:schemeClr>
              </a:gs>
            </a:gsLst>
            <a:lin ang="168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cxnSp>
        <p:nvCxnSpPr>
          <p:cNvPr id="11" name="Straight Connector 10">
            <a:extLst>
              <a:ext uri="{FF2B5EF4-FFF2-40B4-BE49-F238E27FC236}">
                <a16:creationId xmlns:a16="http://schemas.microsoft.com/office/drawing/2014/main" id="{D34DF899-11E5-3A31-4C5A-75E63BA26BC6}"/>
              </a:ext>
            </a:extLst>
          </p:cNvPr>
          <p:cNvCxnSpPr>
            <a:cxnSpLocks/>
          </p:cNvCxnSpPr>
          <p:nvPr/>
        </p:nvCxnSpPr>
        <p:spPr>
          <a:xfrm flipH="1">
            <a:off x="397002" y="751313"/>
            <a:ext cx="6620256"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5952456"/>
      </p:ext>
    </p:extLst>
  </p:cSld>
  <p:clrMapOvr>
    <a:masterClrMapping/>
  </p:clrMapOvr>
  <p:hf hdr="0" ftr="0"/>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2834639"/>
            <a:ext cx="3014382" cy="2926080"/>
          </a:xfrm>
        </p:spPr>
        <p:txBody>
          <a:bodyPr anchor="t">
            <a:normAutofit/>
          </a:bodyPr>
          <a:lstStyle>
            <a:lvl1pPr>
              <a:defRPr sz="2800"/>
            </a:lvl1pPr>
          </a:lstStyle>
          <a:p>
            <a:r>
              <a:rPr lang="en-US"/>
              <a:t>Click to edit Master title style</a:t>
            </a:r>
          </a:p>
        </p:txBody>
      </p:sp>
      <p:sp>
        <p:nvSpPr>
          <p:cNvPr id="4" name="Picture Placeholder 3">
            <a:extLst>
              <a:ext uri="{FF2B5EF4-FFF2-40B4-BE49-F238E27FC236}">
                <a16:creationId xmlns:a16="http://schemas.microsoft.com/office/drawing/2014/main" id="{3DA51E54-3166-19CA-EB55-5DFFB9426CAD}"/>
              </a:ext>
            </a:extLst>
          </p:cNvPr>
          <p:cNvSpPr>
            <a:spLocks noGrp="1" noChangeAspect="1"/>
          </p:cNvSpPr>
          <p:nvPr>
            <p:ph type="pic" sz="quarter" idx="19" hasCustomPrompt="1"/>
          </p:nvPr>
        </p:nvSpPr>
        <p:spPr>
          <a:xfrm>
            <a:off x="-17796" y="0"/>
            <a:ext cx="12209796" cy="2420098"/>
          </a:xfrm>
          <a:blipFill dpi="0" rotWithShape="1">
            <a:blip r:embed="rId2">
              <a:alphaModFix amt="60000"/>
            </a:blip>
            <a:srcRect/>
            <a:stretch>
              <a:fillRect/>
            </a:stretch>
          </a:blipFill>
        </p:spPr>
        <p:txBody>
          <a:bodyPr anchor="t"/>
          <a:lstStyle>
            <a:lvl1pPr>
              <a:defRPr/>
            </a:lvl1pPr>
          </a:lstStyle>
          <a:p>
            <a:endParaRP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80560" y="2834640"/>
            <a:ext cx="7200900" cy="2926080"/>
          </a:xfrm>
        </p:spPr>
        <p:txBody>
          <a:bodyPr>
            <a:noAutofit/>
          </a:bodyPr>
          <a:lstStyle>
            <a:lvl1pPr marL="285750" indent="-285750">
              <a:buFont typeface="Arial" panose="020B0604020202020204" pitchFamily="34" charset="0"/>
              <a:buNone/>
              <a:defRPr sz="1800"/>
            </a:lvl1pPr>
            <a:lvl2pPr marL="514350" indent="-285750">
              <a:buFont typeface="Arial" panose="020B0604020202020204" pitchFamily="34" charset="0"/>
              <a:buNone/>
              <a:defRPr sz="1600"/>
            </a:lvl2pPr>
            <a:lvl3pPr marL="742950" indent="-285750">
              <a:buFont typeface="Arial" panose="020B0604020202020204" pitchFamily="34" charset="0"/>
              <a:buNone/>
              <a:defRPr sz="1400"/>
            </a:lvl3pPr>
            <a:lvl4pPr marL="857250" indent="-171450">
              <a:buFont typeface="Arial" panose="020B0604020202020204" pitchFamily="34" charset="0"/>
              <a:buNone/>
              <a:defRPr sz="1200"/>
            </a:lvl4pPr>
            <a:lvl5pPr marL="1085850" indent="-171450">
              <a:buFont typeface="Arial" panose="020B0604020202020204" pitchFamily="34" charse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a:xfrm>
            <a:off x="301752" y="6274033"/>
            <a:ext cx="3014382" cy="365760"/>
          </a:xfrm>
        </p:spPr>
        <p:txBody>
          <a:bodyPr/>
          <a:lstStyle/>
          <a:p>
            <a:fld id="{FBC323F5-F813-45BA-B261-A7C41DB03AE5}" type="datetimeFigureOut">
              <a:rPr lang="en-US" dirty="0"/>
              <a:t>10/7/26</a:t>
            </a:fld>
            <a:endParaRPr lang="en-US"/>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a:xfrm>
            <a:off x="4480560" y="6274033"/>
            <a:ext cx="3162300" cy="365760"/>
          </a:xfrm>
        </p:spPr>
        <p:txBody>
          <a:bodyPr/>
          <a:lstStyle/>
          <a:p>
            <a:r>
              <a:rPr lang="en-US"/>
              <a:t>
              </a:t>
            </a:r>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a:xfrm>
            <a:off x="11292840" y="6274033"/>
            <a:ext cx="568917" cy="365760"/>
          </a:xfrm>
        </p:spPr>
        <p:txBody>
          <a:bodyPr/>
          <a:lstStyle/>
          <a:p>
            <a:fld id="{5E0677F5-4A8A-4BF1-96BE-3BAE8FBAFE2E}" type="slidenum">
              <a:rPr lang="en-US" dirty="0"/>
              <a:t>‹#›</a:t>
            </a:fld>
            <a:endParaRPr lang="en-US"/>
          </a:p>
        </p:txBody>
      </p:sp>
      <p:cxnSp>
        <p:nvCxnSpPr>
          <p:cNvPr id="3" name="Straight Connector 2">
            <a:extLst>
              <a:ext uri="{FF2B5EF4-FFF2-40B4-BE49-F238E27FC236}">
                <a16:creationId xmlns:a16="http://schemas.microsoft.com/office/drawing/2014/main" id="{ABDDCA5B-BBAB-ABCD-27B8-D3CD17FD04BC}"/>
              </a:ext>
            </a:extLst>
          </p:cNvPr>
          <p:cNvCxnSpPr>
            <a:cxnSpLocks/>
          </p:cNvCxnSpPr>
          <p:nvPr/>
        </p:nvCxnSpPr>
        <p:spPr>
          <a:xfrm flipH="1">
            <a:off x="394716" y="609519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1646502"/>
      </p:ext>
    </p:extLst>
  </p:cSld>
  <p:clrMapOvr>
    <a:masterClrMapping/>
  </p:clrMapOvr>
  <p:hf hdr="0" ftr="0"/>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10934"/>
            <a:ext cx="3507418" cy="1398494"/>
          </a:xfrm>
        </p:spPr>
        <p:txBody>
          <a:bodyPr anchor="t">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D4A97960-D10E-4C66-898F-E062784CD6C7}" type="datetimeFigureOut">
              <a:rPr lang="en-US" dirty="0"/>
              <a:t>10/7/26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932680" y="210114"/>
            <a:ext cx="2509284" cy="365760"/>
          </a:xfrm>
        </p:spPr>
        <p:txBody>
          <a:bodyPr/>
          <a:lstStyle/>
          <a:p>
            <a:r>
              <a:rPr lang="en-US"/>
              <a:t>
              </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11" name="Picture Placeholder 10">
            <a:extLst>
              <a:ext uri="{FF2B5EF4-FFF2-40B4-BE49-F238E27FC236}">
                <a16:creationId xmlns:a16="http://schemas.microsoft.com/office/drawing/2014/main" id="{5F24C464-705C-DC78-DD20-9EFEB717ED27}"/>
              </a:ext>
            </a:extLst>
          </p:cNvPr>
          <p:cNvSpPr>
            <a:spLocks noGrp="1" noChangeAspect="1"/>
          </p:cNvSpPr>
          <p:nvPr>
            <p:ph type="pic" sz="quarter" idx="17" hasCustomPrompt="1"/>
          </p:nvPr>
        </p:nvSpPr>
        <p:spPr>
          <a:xfrm>
            <a:off x="451351" y="2680447"/>
            <a:ext cx="3357819" cy="3662083"/>
          </a:xfrm>
          <a:blipFill>
            <a:blip r:embed="rId2">
              <a:alphaModFix amt="60000"/>
            </a:blip>
            <a:stretch>
              <a:fillRect/>
            </a:stretch>
          </a:blipFill>
        </p:spPr>
        <p:txBody>
          <a:bodyPr anchor="t"/>
          <a:lstStyle>
            <a:lvl1pPr>
              <a:defRPr/>
            </a:lvl1pPr>
          </a:lstStyle>
          <a:p>
            <a:endParaRPr/>
          </a:p>
        </p:txBody>
      </p:sp>
      <p:sp>
        <p:nvSpPr>
          <p:cNvPr id="10" name="Rectangle 9">
            <a:extLst>
              <a:ext uri="{FF2B5EF4-FFF2-40B4-BE49-F238E27FC236}">
                <a16:creationId xmlns:a16="http://schemas.microsoft.com/office/drawing/2014/main" id="{4606EA5C-4A14-95D3-20DF-1EEB607C889B}"/>
              </a:ext>
            </a:extLst>
          </p:cNvPr>
          <p:cNvSpPr/>
          <p:nvPr/>
        </p:nvSpPr>
        <p:spPr>
          <a:xfrm flipH="1">
            <a:off x="2171702" y="5847066"/>
            <a:ext cx="10020298" cy="1010934"/>
          </a:xfrm>
          <a:prstGeom prst="rect">
            <a:avLst/>
          </a:prstGeom>
          <a:gradFill>
            <a:gsLst>
              <a:gs pos="52000">
                <a:schemeClr val="bg2">
                  <a:alpha val="0"/>
                </a:schemeClr>
              </a:gs>
              <a:gs pos="76000">
                <a:schemeClr val="accent1">
                  <a:lumMod val="50000"/>
                  <a:alpha val="39000"/>
                </a:schemeClr>
              </a:gs>
              <a:gs pos="100000">
                <a:schemeClr val="accent5">
                  <a:alpha val="68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a:extLst>
              <a:ext uri="{FF2B5EF4-FFF2-40B4-BE49-F238E27FC236}">
                <a16:creationId xmlns:a16="http://schemas.microsoft.com/office/drawing/2014/main" id="{D05652D2-BF56-96CE-426B-26972C38434D}"/>
              </a:ext>
            </a:extLst>
          </p:cNvPr>
          <p:cNvSpPr/>
          <p:nvPr/>
        </p:nvSpPr>
        <p:spPr>
          <a:xfrm rot="16200000" flipH="1">
            <a:off x="7767364" y="2433362"/>
            <a:ext cx="4944033" cy="3905239"/>
          </a:xfrm>
          <a:prstGeom prst="rect">
            <a:avLst/>
          </a:prstGeom>
          <a:gradFill flip="none" rotWithShape="1">
            <a:gsLst>
              <a:gs pos="0">
                <a:schemeClr val="accent3">
                  <a:lumMod val="60000"/>
                  <a:lumOff val="40000"/>
                  <a:alpha val="40000"/>
                </a:schemeClr>
              </a:gs>
              <a:gs pos="32000">
                <a:schemeClr val="bg1">
                  <a:alpha val="0"/>
                </a:schemeClr>
              </a:gs>
            </a:gsLst>
            <a:lin ang="14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cxnSp>
        <p:nvCxnSpPr>
          <p:cNvPr id="12" name="Straight Connector 11">
            <a:extLst>
              <a:ext uri="{FF2B5EF4-FFF2-40B4-BE49-F238E27FC236}">
                <a16:creationId xmlns:a16="http://schemas.microsoft.com/office/drawing/2014/main" id="{2CA30D42-B5FE-EAD1-8419-4AD002C32B1F}"/>
              </a:ext>
            </a:extLst>
          </p:cNvPr>
          <p:cNvCxnSpPr>
            <a:cxnSpLocks/>
          </p:cNvCxnSpPr>
          <p:nvPr/>
        </p:nvCxnSpPr>
        <p:spPr>
          <a:xfrm>
            <a:off x="4426824" y="1075765"/>
            <a:ext cx="0" cy="4944035"/>
          </a:xfrm>
          <a:prstGeom prst="line">
            <a:avLst/>
          </a:prstGeom>
          <a:ln w="6350">
            <a:solidFill>
              <a:schemeClr val="bg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932679" y="1010932"/>
            <a:ext cx="6492240" cy="52120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59822362"/>
      </p:ext>
    </p:extLst>
  </p:cSld>
  <p:clrMapOvr>
    <a:masterClrMapping/>
  </p:clrMapOvr>
  <p:hf hdr="0" ft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1019811"/>
            <a:ext cx="3419380" cy="1856553"/>
          </a:xfrm>
        </p:spPr>
        <p:txBody>
          <a:bodyPr anchor="t">
            <a:normAutofit/>
          </a:bodyPr>
          <a:lstStyle>
            <a:lvl1pPr>
              <a:defRPr sz="28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D4A97960-D10E-4C66-898F-E062784CD6C7}" type="datetimeFigureOut">
              <a:rPr lang="en-US" dirty="0"/>
              <a:t>10/7/26</a:t>
            </a:fld>
            <a:endParaRPr lang="en-US"/>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a:xfrm>
            <a:off x="4478969" y="210114"/>
            <a:ext cx="2509284" cy="365760"/>
          </a:xfrm>
        </p:spPr>
        <p:txBody>
          <a:bodyPr/>
          <a:lstStyle/>
          <a:p>
            <a:r>
              <a:rPr lang="en-US"/>
              <a:t>
              </a:t>
            </a:r>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11" name="Picture Placeholder 10">
            <a:extLst>
              <a:ext uri="{FF2B5EF4-FFF2-40B4-BE49-F238E27FC236}">
                <a16:creationId xmlns:a16="http://schemas.microsoft.com/office/drawing/2014/main" id="{5F24C464-705C-DC78-DD20-9EFEB717ED27}"/>
              </a:ext>
            </a:extLst>
          </p:cNvPr>
          <p:cNvSpPr>
            <a:spLocks noGrp="1" noChangeAspect="1"/>
          </p:cNvSpPr>
          <p:nvPr>
            <p:ph type="pic" sz="quarter" idx="17" hasCustomPrompt="1"/>
          </p:nvPr>
        </p:nvSpPr>
        <p:spPr>
          <a:xfrm>
            <a:off x="382390" y="3045041"/>
            <a:ext cx="3338742" cy="3297489"/>
          </a:xfrm>
          <a:blipFill>
            <a:blip r:embed="rId2">
              <a:alphaModFix amt="60000"/>
            </a:blip>
            <a:stretch>
              <a:fillRect/>
            </a:stretch>
          </a:blipFill>
        </p:spPr>
        <p:txBody>
          <a:bodyPr anchor="t"/>
          <a:lstStyle>
            <a:lvl1pPr>
              <a:defRPr/>
            </a:lvl1pPr>
          </a:lstStyle>
          <a:p>
            <a:endParaRP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78968" y="1019810"/>
            <a:ext cx="7315200" cy="55778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89708548"/>
      </p:ext>
    </p:extLst>
  </p:cSld>
  <p:clrMapOvr>
    <a:masterClrMapping/>
  </p:clrMapOvr>
  <p:hf hdr="0" ftr="0"/>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Number Large">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6BF28860-8FEF-73E6-FEDF-176AC5D70A0F}"/>
              </a:ext>
            </a:extLst>
          </p:cNvPr>
          <p:cNvSpPr>
            <a:spLocks noGrp="1"/>
          </p:cNvSpPr>
          <p:nvPr>
            <p:ph type="title"/>
          </p:nvPr>
        </p:nvSpPr>
        <p:spPr>
          <a:xfrm>
            <a:off x="6476998" y="4907611"/>
            <a:ext cx="5320285" cy="1438873"/>
          </a:xfrm>
        </p:spPr>
        <p:txBody>
          <a:bodyPr anchor="t"/>
          <a:lstStyle>
            <a:lvl1pPr>
              <a:lnSpc>
                <a:spcPct val="100000"/>
              </a:lnSpc>
              <a:defRPr sz="2000">
                <a:solidFill>
                  <a:schemeClr val="tx1"/>
                </a:solidFill>
                <a:latin typeface="+mn-lt"/>
              </a:defRPr>
            </a:lvl1pPr>
          </a:lstStyle>
          <a:p>
            <a:r>
              <a:rPr lang="en-US"/>
              <a:t>Click to edit Master title style</a:t>
            </a:r>
          </a:p>
        </p:txBody>
      </p:sp>
      <p:sp>
        <p:nvSpPr>
          <p:cNvPr id="3" name="Date Placeholder 2">
            <a:extLst>
              <a:ext uri="{FF2B5EF4-FFF2-40B4-BE49-F238E27FC236}">
                <a16:creationId xmlns:a16="http://schemas.microsoft.com/office/drawing/2014/main" id="{86ADE8C0-7863-A0F4-9EFB-60B2F8DD221E}"/>
              </a:ext>
            </a:extLst>
          </p:cNvPr>
          <p:cNvSpPr>
            <a:spLocks noGrp="1"/>
          </p:cNvSpPr>
          <p:nvPr>
            <p:ph type="dt" sz="half" idx="14"/>
          </p:nvPr>
        </p:nvSpPr>
        <p:spPr/>
        <p:txBody>
          <a:bodyPr/>
          <a:lstStyle/>
          <a:p>
            <a:fld id="{27B77AD4-7B4F-4A76-ADEB-9CF6601338DB}" type="datetimeFigureOut">
              <a:rPr lang="en-US" dirty="0"/>
              <a:t>10/7/26</a:t>
            </a:fld>
            <a:endParaRPr lang="en-US"/>
          </a:p>
        </p:txBody>
      </p:sp>
      <p:sp>
        <p:nvSpPr>
          <p:cNvPr id="4" name="Footer Placeholder 3">
            <a:extLst>
              <a:ext uri="{FF2B5EF4-FFF2-40B4-BE49-F238E27FC236}">
                <a16:creationId xmlns:a16="http://schemas.microsoft.com/office/drawing/2014/main" id="{0AE20381-0150-ABDF-3C66-3E77DA79EEC4}"/>
              </a:ext>
            </a:extLst>
          </p:cNvPr>
          <p:cNvSpPr>
            <a:spLocks noGrp="1"/>
          </p:cNvSpPr>
          <p:nvPr>
            <p:ph type="ftr" sz="quarter" idx="15"/>
          </p:nvPr>
        </p:nvSpPr>
        <p:spPr/>
        <p:txBody>
          <a:bodyPr/>
          <a:lstStyle/>
          <a:p>
            <a:r>
              <a:rPr lang="en-US"/>
              <a:t>
              </a:t>
            </a:r>
          </a:p>
        </p:txBody>
      </p:sp>
      <p:sp>
        <p:nvSpPr>
          <p:cNvPr id="5" name="Slide Number Placeholder 4">
            <a:extLst>
              <a:ext uri="{FF2B5EF4-FFF2-40B4-BE49-F238E27FC236}">
                <a16:creationId xmlns:a16="http://schemas.microsoft.com/office/drawing/2014/main" id="{33AD7FDD-1157-5BB4-4A9F-3F35CE7FF476}"/>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10" name="Content Placeholder 9">
            <a:extLst>
              <a:ext uri="{FF2B5EF4-FFF2-40B4-BE49-F238E27FC236}">
                <a16:creationId xmlns:a16="http://schemas.microsoft.com/office/drawing/2014/main" id="{5B446035-33B1-F0D9-18B1-58E177267E3A}"/>
              </a:ext>
            </a:extLst>
          </p:cNvPr>
          <p:cNvSpPr>
            <a:spLocks noGrp="1"/>
          </p:cNvSpPr>
          <p:nvPr>
            <p:ph sz="quarter" idx="17" hasCustomPrompt="1"/>
          </p:nvPr>
        </p:nvSpPr>
        <p:spPr>
          <a:xfrm>
            <a:off x="274638" y="766763"/>
            <a:ext cx="11320462" cy="3489325"/>
          </a:xfrm>
        </p:spPr>
        <p:txBody>
          <a:bodyPr/>
          <a:lstStyle>
            <a:lvl1pPr>
              <a:lnSpc>
                <a:spcPct val="85000"/>
              </a:lnSpc>
              <a:defRPr sz="24000">
                <a:gradFill>
                  <a:gsLst>
                    <a:gs pos="0">
                      <a:schemeClr val="accent6"/>
                    </a:gs>
                    <a:gs pos="46000">
                      <a:schemeClr val="accent1"/>
                    </a:gs>
                    <a:gs pos="100000">
                      <a:schemeClr val="accent3">
                        <a:lumMod val="60000"/>
                        <a:lumOff val="40000"/>
                      </a:schemeClr>
                    </a:gs>
                  </a:gsLst>
                  <a:lin ang="4200000" scaled="0"/>
                </a:gradFill>
                <a:latin typeface="+mj-lt"/>
              </a:defRPr>
            </a:lvl1pPr>
          </a:lstStyle>
          <a:p>
            <a:pPr lvl="0"/>
            <a:r>
              <a:rPr lang="en-US"/>
              <a:t>##%</a:t>
            </a:r>
          </a:p>
        </p:txBody>
      </p:sp>
      <p:cxnSp>
        <p:nvCxnSpPr>
          <p:cNvPr id="6" name="Straight Connector 5">
            <a:extLst>
              <a:ext uri="{FF2B5EF4-FFF2-40B4-BE49-F238E27FC236}">
                <a16:creationId xmlns:a16="http://schemas.microsoft.com/office/drawing/2014/main" id="{9F77A56B-CD68-22F4-F473-A2063E81D70D}"/>
              </a:ext>
            </a:extLst>
          </p:cNvPr>
          <p:cNvCxnSpPr>
            <a:cxnSpLocks/>
          </p:cNvCxnSpPr>
          <p:nvPr/>
        </p:nvCxnSpPr>
        <p:spPr>
          <a:xfrm flipH="1">
            <a:off x="394716" y="4662243"/>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268954"/>
      </p:ext>
    </p:extLst>
  </p:cSld>
  <p:clrMapOvr>
    <a:masterClrMapping/>
  </p:clrMapOvr>
  <p:hf hdr="0" ft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Statement">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BED7B15-76E6-E98E-A0BB-6188FC145CDD}"/>
              </a:ext>
            </a:extLst>
          </p:cNvPr>
          <p:cNvSpPr/>
          <p:nvPr/>
        </p:nvSpPr>
        <p:spPr>
          <a:xfrm rot="10800000" flipH="1">
            <a:off x="-1" y="0"/>
            <a:ext cx="12192002" cy="6858000"/>
          </a:xfrm>
          <a:prstGeom prst="rect">
            <a:avLst/>
          </a:prstGeom>
          <a:gradFill flip="none" rotWithShape="1">
            <a:gsLst>
              <a:gs pos="50000">
                <a:schemeClr val="accent3">
                  <a:lumMod val="60000"/>
                  <a:lumOff val="40000"/>
                  <a:alpha val="75000"/>
                </a:schemeClr>
              </a:gs>
              <a:gs pos="0">
                <a:schemeClr val="accent1">
                  <a:lumMod val="50000"/>
                </a:schemeClr>
              </a:gs>
              <a:gs pos="100000">
                <a:schemeClr val="accent4">
                  <a:lumMod val="50000"/>
                </a:schemeClr>
              </a:gs>
              <a:gs pos="85000">
                <a:schemeClr val="accent2">
                  <a:lumMod val="75000"/>
                </a:schemeClr>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sp>
      <p:sp>
        <p:nvSpPr>
          <p:cNvPr id="22" name="Rectangle 21">
            <a:extLst>
              <a:ext uri="{FF2B5EF4-FFF2-40B4-BE49-F238E27FC236}">
                <a16:creationId xmlns:a16="http://schemas.microsoft.com/office/drawing/2014/main" id="{A3602343-A974-BE4B-41E6-58237921FB4D}"/>
              </a:ext>
            </a:extLst>
          </p:cNvPr>
          <p:cNvSpPr/>
          <p:nvPr/>
        </p:nvSpPr>
        <p:spPr>
          <a:xfrm flipH="1">
            <a:off x="3683466" y="0"/>
            <a:ext cx="8508534" cy="6858000"/>
          </a:xfrm>
          <a:prstGeom prst="rect">
            <a:avLst/>
          </a:prstGeom>
          <a:gradFill flip="none" rotWithShape="1">
            <a:gsLst>
              <a:gs pos="6000">
                <a:schemeClr val="accent3">
                  <a:lumMod val="40000"/>
                  <a:lumOff val="60000"/>
                </a:schemeClr>
              </a:gs>
              <a:gs pos="73000">
                <a:schemeClr val="accent3">
                  <a:alpha val="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sp>
      <p:sp>
        <p:nvSpPr>
          <p:cNvPr id="23" name="Rectangle 22">
            <a:extLst>
              <a:ext uri="{FF2B5EF4-FFF2-40B4-BE49-F238E27FC236}">
                <a16:creationId xmlns:a16="http://schemas.microsoft.com/office/drawing/2014/main" id="{51022E84-7D91-EFA0-CBCA-F9AC98E6181F}"/>
              </a:ext>
            </a:extLst>
          </p:cNvPr>
          <p:cNvSpPr/>
          <p:nvPr/>
        </p:nvSpPr>
        <p:spPr>
          <a:xfrm rot="5400000">
            <a:off x="1670408" y="-1670408"/>
            <a:ext cx="7492544" cy="10833360"/>
          </a:xfrm>
          <a:prstGeom prst="rect">
            <a:avLst/>
          </a:prstGeom>
          <a:gradFill flip="none" rotWithShape="1">
            <a:gsLst>
              <a:gs pos="58000">
                <a:schemeClr val="accent2">
                  <a:alpha val="0"/>
                </a:schemeClr>
              </a:gs>
              <a:gs pos="98000">
                <a:schemeClr val="accent6">
                  <a:lumMod val="7500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67344"/>
          </a:xfrm>
        </p:spPr>
        <p:txBody>
          <a:bodyPr/>
          <a:lstStyle/>
          <a:p>
            <a:r>
              <a:rPr lang="en-US"/>
              <a:t>Click to edit Master title style</a:t>
            </a:r>
          </a:p>
        </p:txBody>
      </p:sp>
      <p:sp>
        <p:nvSpPr>
          <p:cNvPr id="3" name="Rectangle 2">
            <a:extLst>
              <a:ext uri="{FF2B5EF4-FFF2-40B4-BE49-F238E27FC236}">
                <a16:creationId xmlns:a16="http://schemas.microsoft.com/office/drawing/2014/main" id="{67DA0DC0-3518-750A-3821-192C03B2D059}"/>
              </a:ext>
            </a:extLst>
          </p:cNvPr>
          <p:cNvSpPr/>
          <p:nvPr/>
        </p:nvSpPr>
        <p:spPr>
          <a:xfrm rot="10800000">
            <a:off x="5031742" y="-20336"/>
            <a:ext cx="7160258" cy="6878336"/>
          </a:xfrm>
          <a:prstGeom prst="rect">
            <a:avLst/>
          </a:prstGeom>
          <a:gradFill>
            <a:gsLst>
              <a:gs pos="30000">
                <a:schemeClr val="accent4">
                  <a:lumMod val="60000"/>
                  <a:lumOff val="40000"/>
                  <a:alpha val="0"/>
                </a:schemeClr>
              </a:gs>
              <a:gs pos="89000">
                <a:schemeClr val="bg2"/>
              </a:gs>
            </a:gsLst>
            <a:lin ang="9600000" scaled="0"/>
          </a:gradFill>
          <a:ln>
            <a:noFill/>
          </a:ln>
        </p:spPr>
        <p:style>
          <a:lnRef idx="2">
            <a:schemeClr val="accent1">
              <a:shade val="15000"/>
            </a:schemeClr>
          </a:lnRef>
          <a:fillRef idx="1">
            <a:schemeClr val="accent1"/>
          </a:fillRef>
          <a:effectRef idx="0">
            <a:schemeClr val="accent1"/>
          </a:effectRef>
          <a:fontRef idx="minor">
            <a:schemeClr val="lt1"/>
          </a:fontRef>
        </p:style>
      </p:sp>
      <p:sp>
        <p:nvSpPr>
          <p:cNvPr id="24" name="Rectangle 23">
            <a:extLst>
              <a:ext uri="{FF2B5EF4-FFF2-40B4-BE49-F238E27FC236}">
                <a16:creationId xmlns:a16="http://schemas.microsoft.com/office/drawing/2014/main" id="{B5B402F4-533A-849C-ACAD-039056A5D174}"/>
              </a:ext>
            </a:extLst>
          </p:cNvPr>
          <p:cNvSpPr/>
          <p:nvPr/>
        </p:nvSpPr>
        <p:spPr>
          <a:xfrm flipH="1">
            <a:off x="8961" y="2704579"/>
            <a:ext cx="12183038" cy="4153421"/>
          </a:xfrm>
          <a:prstGeom prst="rect">
            <a:avLst/>
          </a:prstGeom>
          <a:gradFill flip="none" rotWithShape="1">
            <a:gsLst>
              <a:gs pos="20000">
                <a:schemeClr val="accent1">
                  <a:alpha val="0"/>
                </a:schemeClr>
              </a:gs>
              <a:gs pos="68000">
                <a:schemeClr val="bg2">
                  <a:alpha val="67000"/>
                </a:schemeClr>
              </a:gs>
              <a:gs pos="90000">
                <a:schemeClr val="bg2"/>
              </a:gs>
            </a:gsLst>
            <a:lin ang="48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02E0CC3F-E257-4F6E-9E6A-B96D887699EC}" type="datetimeFigureOut">
              <a:rPr lang="en-US" dirty="0"/>
              <a:t>10/7/26</a:t>
            </a:fld>
            <a:endParaRPr lang="en-US"/>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r>
              <a:rPr lang="en-US"/>
              <a:t>
              </a:t>
            </a:r>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E0677F5-4A8A-4BF1-96BE-3BAE8FBAFE2E}" type="slidenum">
              <a:rPr lang="en-US" dirty="0"/>
              <a:t>‹#›</a:t>
            </a:fld>
            <a:endParaRPr lang="en-US"/>
          </a:p>
        </p:txBody>
      </p:sp>
      <p:sp>
        <p:nvSpPr>
          <p:cNvPr id="10" name="Content Placeholder 9">
            <a:extLst>
              <a:ext uri="{FF2B5EF4-FFF2-40B4-BE49-F238E27FC236}">
                <a16:creationId xmlns:a16="http://schemas.microsoft.com/office/drawing/2014/main" id="{88124DA4-1249-371C-65BA-0AAC0239D4C1}"/>
              </a:ext>
            </a:extLst>
          </p:cNvPr>
          <p:cNvSpPr>
            <a:spLocks noGrp="1"/>
          </p:cNvSpPr>
          <p:nvPr>
            <p:ph sz="quarter" idx="17" hasCustomPrompt="1"/>
          </p:nvPr>
        </p:nvSpPr>
        <p:spPr>
          <a:xfrm>
            <a:off x="274320" y="2704946"/>
            <a:ext cx="9801225" cy="3538538"/>
          </a:xfrm>
        </p:spPr>
        <p:txBody>
          <a:bodyPr anchor="b"/>
          <a:lstStyle>
            <a:lvl1pPr>
              <a:lnSpc>
                <a:spcPct val="100000"/>
              </a:lnSpc>
              <a:defRPr sz="5400"/>
            </a:lvl1pPr>
            <a:lvl2pPr>
              <a:lnSpc>
                <a:spcPct val="100000"/>
              </a:lnSpc>
              <a:defRPr sz="4800"/>
            </a:lvl2pPr>
            <a:lvl3pPr>
              <a:lnSpc>
                <a:spcPct val="100000"/>
              </a:lnSpc>
              <a:defRPr sz="4400"/>
            </a:lvl3pPr>
            <a:lvl4pPr>
              <a:lnSpc>
                <a:spcPct val="100000"/>
              </a:lnSpc>
              <a:defRPr sz="4000"/>
            </a:lvl4pPr>
            <a:lvl5pPr>
              <a:lnSpc>
                <a:spcPct val="100000"/>
              </a:lnSpc>
              <a:defRPr sz="3600"/>
            </a:lvl5pPr>
          </a:lstStyle>
          <a:p>
            <a:pPr lvl="0"/>
            <a:r>
              <a:rPr lang="en-US"/>
              <a:t>Click to add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84145237"/>
      </p:ext>
    </p:extLst>
  </p:cSld>
  <p:clrMapOvr>
    <a:masterClrMapping/>
  </p:clrMapOvr>
  <p:hf hdr="0" ftr="0"/>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008CFE4-4AC8-17F9-C6E2-22D96CF81069}"/>
              </a:ext>
            </a:extLst>
          </p:cNvPr>
          <p:cNvSpPr/>
          <p:nvPr/>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sp>
      <p:sp>
        <p:nvSpPr>
          <p:cNvPr id="8" name="Rectangle 7">
            <a:extLst>
              <a:ext uri="{FF2B5EF4-FFF2-40B4-BE49-F238E27FC236}">
                <a16:creationId xmlns:a16="http://schemas.microsoft.com/office/drawing/2014/main" id="{8B774BFB-EECC-C995-E701-4CCEB032FCDB}"/>
              </a:ext>
              <a:ext uri="{C183D7F6-B498-43B3-948B-1728B52AA6E4}">
                <adec:decorative xmlns:adec="http://schemas.microsoft.com/office/drawing/2017/decorative" val="1"/>
              </a:ext>
            </a:extLst>
          </p:cNvPr>
          <p:cNvSpPr/>
          <p:nvPr/>
        </p:nvSpPr>
        <p:spPr>
          <a:xfrm>
            <a:off x="0" y="3861412"/>
            <a:ext cx="12192000" cy="3010777"/>
          </a:xfrm>
          <a:prstGeom prst="rect">
            <a:avLst/>
          </a:prstGeom>
          <a:gradFill flip="none" rotWithShape="1">
            <a:gsLst>
              <a:gs pos="0">
                <a:schemeClr val="accent3">
                  <a:lumMod val="60000"/>
                  <a:lumOff val="40000"/>
                  <a:alpha val="70000"/>
                </a:schemeClr>
              </a:gs>
              <a:gs pos="50000">
                <a:schemeClr val="bg2">
                  <a:alpha val="0"/>
                </a:schemeClr>
              </a:gs>
            </a:gsLst>
            <a:lin ang="1716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sp>
      <p:sp>
        <p:nvSpPr>
          <p:cNvPr id="9" name="Rectangle 8">
            <a:extLst>
              <a:ext uri="{FF2B5EF4-FFF2-40B4-BE49-F238E27FC236}">
                <a16:creationId xmlns:a16="http://schemas.microsoft.com/office/drawing/2014/main" id="{CD2E260E-763F-A06B-2808-39975829F205}"/>
              </a:ext>
            </a:extLst>
          </p:cNvPr>
          <p:cNvSpPr/>
          <p:nvPr/>
        </p:nvSpPr>
        <p:spPr>
          <a:xfrm rot="5400000" flipH="1">
            <a:off x="2667005" y="-2666996"/>
            <a:ext cx="6857996" cy="12191993"/>
          </a:xfrm>
          <a:prstGeom prst="rect">
            <a:avLst/>
          </a:prstGeom>
          <a:gradFill>
            <a:gsLst>
              <a:gs pos="0">
                <a:schemeClr val="bg1"/>
              </a:gs>
              <a:gs pos="100000">
                <a:schemeClr val="accent1">
                  <a:lumMod val="75000"/>
                  <a:alpha val="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a:extLst>
              <a:ext uri="{FF2B5EF4-FFF2-40B4-BE49-F238E27FC236}">
                <a16:creationId xmlns:a16="http://schemas.microsoft.com/office/drawing/2014/main" id="{8E82642F-D94D-7313-EB9D-48E3CBEDD19C}"/>
              </a:ext>
            </a:extLst>
          </p:cNvPr>
          <p:cNvSpPr/>
          <p:nvPr/>
        </p:nvSpPr>
        <p:spPr>
          <a:xfrm rot="16200000" flipH="1">
            <a:off x="4381500" y="-4373435"/>
            <a:ext cx="3429000" cy="12175870"/>
          </a:xfrm>
          <a:prstGeom prst="rect">
            <a:avLst/>
          </a:prstGeom>
          <a:gradFill flip="none" rotWithShape="1">
            <a:gsLst>
              <a:gs pos="0">
                <a:schemeClr val="accent2"/>
              </a:gs>
              <a:gs pos="36000">
                <a:schemeClr val="accent6">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866900" y="4967784"/>
            <a:ext cx="8484108" cy="1052015"/>
          </a:xfrm>
        </p:spPr>
        <p:txBody>
          <a:bodyPr anchor="ctr">
            <a:normAutofit/>
          </a:bodyPr>
          <a:lstStyle>
            <a:lvl1pPr marL="137160" indent="-137160">
              <a:lnSpc>
                <a:spcPct val="100000"/>
              </a:lnSpc>
              <a:defRPr sz="2000">
                <a:solidFill>
                  <a:schemeClr val="tx1"/>
                </a:solidFill>
              </a:defRPr>
            </a:lvl1pPr>
          </a:lstStyle>
          <a:p>
            <a:r>
              <a:rPr lang="en-US"/>
              <a:t>Quote Author</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lvl1pPr>
              <a:defRPr>
                <a:solidFill>
                  <a:schemeClr val="tx1"/>
                </a:solidFill>
              </a:defRPr>
            </a:lvl1pPr>
          </a:lstStyle>
          <a:p>
            <a:fld id="{80BDAA3E-BE52-42BC-99E8-CCCB81A57ABD}" type="datetimeFigureOut">
              <a:rPr lang="en-US" dirty="0"/>
              <a:t>10/7/26</a:t>
            </a:fld>
            <a:endParaRPr lang="en-US"/>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lvl1pPr>
              <a:defRPr>
                <a:solidFill>
                  <a:schemeClr val="tx1"/>
                </a:solidFill>
              </a:defRPr>
            </a:lvl1pPr>
          </a:lstStyle>
          <a:p>
            <a:r>
              <a:rPr lang="en-US"/>
              <a:t>
              </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lvl1pPr>
              <a:defRPr>
                <a:solidFill>
                  <a:schemeClr val="tx1"/>
                </a:solidFill>
              </a:defRPr>
            </a:lvl1pPr>
          </a:lstStyle>
          <a:p>
            <a:fld id="{5E0677F5-4A8A-4BF1-96BE-3BAE8FBAFE2E}" type="slidenum">
              <a:rPr lang="en-US" dirty="0"/>
              <a:pPr/>
              <a:t>‹#›</a:t>
            </a:fld>
            <a:endParaRPr lang="en-US"/>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866900" y="1405719"/>
            <a:ext cx="8484108" cy="3087622"/>
          </a:xfrm>
        </p:spPr>
        <p:txBody>
          <a:bodyPr vert="horz" lIns="91440" tIns="45720" rIns="91440" bIns="45720" rtlCol="0" anchor="ctr">
            <a:noAutofit/>
          </a:bodyPr>
          <a:lstStyle>
            <a:lvl1pPr marL="0" indent="0">
              <a:lnSpc>
                <a:spcPct val="100000"/>
              </a:lnSpc>
              <a:buNone/>
              <a:defRPr lang="en-US" sz="4000" b="0" dirty="0">
                <a:solidFill>
                  <a:schemeClr val="tx1"/>
                </a:solidFill>
              </a:defRPr>
            </a:lvl1pPr>
            <a:lvl2pPr marL="228600" indent="0">
              <a:lnSpc>
                <a:spcPct val="100000"/>
              </a:lnSpc>
              <a:buNone/>
              <a:defRPr lang="en-US" sz="4000" b="0" dirty="0">
                <a:solidFill>
                  <a:schemeClr val="tx1"/>
                </a:solidFill>
              </a:defRPr>
            </a:lvl2pPr>
            <a:lvl3pPr marL="457200" indent="0">
              <a:lnSpc>
                <a:spcPct val="100000"/>
              </a:lnSpc>
              <a:buNone/>
              <a:defRPr lang="en-US" sz="4000" b="0" dirty="0">
                <a:solidFill>
                  <a:schemeClr val="tx1"/>
                </a:solidFill>
              </a:defRPr>
            </a:lvl3pPr>
            <a:lvl4pPr marL="685800" indent="0">
              <a:lnSpc>
                <a:spcPct val="100000"/>
              </a:lnSpc>
              <a:buNone/>
              <a:defRPr lang="en-US" sz="4000" b="0" dirty="0">
                <a:solidFill>
                  <a:schemeClr val="tx1"/>
                </a:solidFill>
              </a:defRPr>
            </a:lvl4pPr>
            <a:lvl5pPr marL="914400" indent="0">
              <a:lnSpc>
                <a:spcPct val="100000"/>
              </a:lnSpc>
              <a:buNone/>
              <a:defRPr lang="en-US" sz="3600" b="0" dirty="0">
                <a:solidFill>
                  <a:schemeClr val="tx1"/>
                </a:solidFill>
              </a:defRPr>
            </a:lvl5pPr>
          </a:lstStyle>
          <a:p>
            <a:pPr lvl="0"/>
            <a:r>
              <a:rPr lang="en-US"/>
              <a:t>Click to add Quote</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8D1ECC83-D6FA-D54B-81F2-EE93577E016F}"/>
              </a:ext>
            </a:extLst>
          </p:cNvPr>
          <p:cNvCxnSpPr>
            <a:cxnSpLocks/>
          </p:cNvCxnSpPr>
          <p:nvPr/>
        </p:nvCxnSpPr>
        <p:spPr>
          <a:xfrm flipH="1">
            <a:off x="2077285" y="4810814"/>
            <a:ext cx="8273723" cy="0"/>
          </a:xfrm>
          <a:prstGeom prst="line">
            <a:avLst/>
          </a:prstGeom>
          <a:ln w="6350">
            <a:solidFill>
              <a:schemeClr val="tx1">
                <a:lumMod val="75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897544"/>
      </p:ext>
    </p:extLst>
  </p:cSld>
  <p:clrMapOvr>
    <a:masterClrMapping/>
  </p:clrMapOvr>
  <p:hf hdr="0" ftr="0"/>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62000"/>
            <a:ext cx="7012885" cy="1381432"/>
          </a:xfrm>
        </p:spPr>
        <p:txBody>
          <a:bodyPr anchor="t">
            <a:noAutofit/>
          </a:bodyPr>
          <a:lstStyle>
            <a:lvl1pPr>
              <a:defRPr sz="4400">
                <a:solidFill>
                  <a:schemeClr val="tx1"/>
                </a:solidFill>
              </a:defRPr>
            </a:lvl1pPr>
          </a:lstStyle>
          <a:p>
            <a:r>
              <a:rPr lang="en-US"/>
              <a:t>Click to edit Master title style</a:t>
            </a:r>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1B1491A9-BF26-4517-AB22-6183D453A902}" type="datetimeFigureOut">
              <a:rPr lang="en-US" dirty="0"/>
              <a:t>10/7/26</a:t>
            </a:fld>
            <a:endParaRPr lang="en-US"/>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r>
              <a:rPr lang="en-US"/>
              <a:t>
              </a:t>
            </a:r>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5E0677F5-4A8A-4BF1-96BE-3BAE8FBAFE2E}" type="slidenum">
              <a:rPr lang="en-US" dirty="0"/>
              <a:t>‹#›</a:t>
            </a:fld>
            <a:endParaRPr lang="en-US"/>
          </a:p>
        </p:txBody>
      </p:sp>
      <p:cxnSp>
        <p:nvCxnSpPr>
          <p:cNvPr id="3" name="Straight Connector 2">
            <a:extLst>
              <a:ext uri="{FF2B5EF4-FFF2-40B4-BE49-F238E27FC236}">
                <a16:creationId xmlns:a16="http://schemas.microsoft.com/office/drawing/2014/main" id="{9ABA73FC-7BD1-70E0-E0BB-062C0B9E495C}"/>
              </a:ext>
            </a:extLst>
          </p:cNvPr>
          <p:cNvCxnSpPr>
            <a:cxnSpLocks/>
          </p:cNvCxnSpPr>
          <p:nvPr/>
        </p:nvCxnSpPr>
        <p:spPr>
          <a:xfrm flipH="1">
            <a:off x="394716" y="303297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DE12F779-E4E9-1000-6D97-63D7AD0CD426}"/>
              </a:ext>
            </a:extLst>
          </p:cNvPr>
          <p:cNvSpPr/>
          <p:nvPr/>
        </p:nvSpPr>
        <p:spPr>
          <a:xfrm rot="5400000" flipH="1">
            <a:off x="4765041" y="-568961"/>
            <a:ext cx="2661919" cy="12192002"/>
          </a:xfrm>
          <a:prstGeom prst="rect">
            <a:avLst/>
          </a:prstGeom>
          <a:gradFill>
            <a:gsLst>
              <a:gs pos="51000">
                <a:schemeClr val="bg2">
                  <a:alpha val="0"/>
                </a:schemeClr>
              </a:gs>
              <a:gs pos="98276">
                <a:schemeClr val="tx2"/>
              </a:gs>
              <a:gs pos="85000">
                <a:schemeClr val="accent1">
                  <a:alpha val="8500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a:extLst>
              <a:ext uri="{FF2B5EF4-FFF2-40B4-BE49-F238E27FC236}">
                <a16:creationId xmlns:a16="http://schemas.microsoft.com/office/drawing/2014/main" id="{B11177CF-A7A2-912C-416D-E7E03D2C5291}"/>
              </a:ext>
            </a:extLst>
          </p:cNvPr>
          <p:cNvSpPr/>
          <p:nvPr/>
        </p:nvSpPr>
        <p:spPr>
          <a:xfrm rot="5400000" flipH="1">
            <a:off x="4516120" y="-817882"/>
            <a:ext cx="3159760" cy="12192003"/>
          </a:xfrm>
          <a:prstGeom prst="rect">
            <a:avLst/>
          </a:prstGeom>
          <a:gradFill>
            <a:gsLst>
              <a:gs pos="62000">
                <a:schemeClr val="bg2">
                  <a:alpha val="0"/>
                </a:schemeClr>
              </a:gs>
              <a:gs pos="98276">
                <a:schemeClr val="accent5"/>
              </a:gs>
              <a:gs pos="88000">
                <a:schemeClr val="accent3">
                  <a:alpha val="49000"/>
                </a:schemeClr>
              </a:gs>
            </a:gsLst>
            <a:lin ang="1038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503230" y="3429000"/>
            <a:ext cx="11171699" cy="24656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35059839"/>
      </p:ext>
    </p:extLst>
  </p:cSld>
  <p:clrMapOvr>
    <a:masterClrMapping/>
  </p:clrMapOvr>
  <p:hf hdr="0" ftr="0"/>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A3CA1D0-5ABF-E529-5411-F834222E48FC}"/>
              </a:ext>
            </a:extLst>
          </p:cNvPr>
          <p:cNvSpPr/>
          <p:nvPr/>
        </p:nvSpPr>
        <p:spPr>
          <a:xfrm rot="5400000">
            <a:off x="5020923" y="-2430130"/>
            <a:ext cx="1825034" cy="11866880"/>
          </a:xfrm>
          <a:prstGeom prst="rect">
            <a:avLst/>
          </a:prstGeom>
          <a:gradFill>
            <a:gsLst>
              <a:gs pos="41000">
                <a:schemeClr val="bg1">
                  <a:alpha val="0"/>
                </a:schemeClr>
              </a:gs>
              <a:gs pos="85612">
                <a:schemeClr val="accent4">
                  <a:alpha val="78000"/>
                </a:schemeClr>
              </a:gs>
              <a:gs pos="100000">
                <a:schemeClr val="accent6"/>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4" name="Rectangle 3">
            <a:extLst>
              <a:ext uri="{FF2B5EF4-FFF2-40B4-BE49-F238E27FC236}">
                <a16:creationId xmlns:a16="http://schemas.microsoft.com/office/drawing/2014/main" id="{740F5D87-BF9C-3DAE-D977-87A4FA7749F4}"/>
              </a:ext>
            </a:extLst>
          </p:cNvPr>
          <p:cNvSpPr/>
          <p:nvPr/>
        </p:nvSpPr>
        <p:spPr>
          <a:xfrm rot="10800000" flipH="1">
            <a:off x="0" y="2590790"/>
            <a:ext cx="12192000" cy="1825033"/>
          </a:xfrm>
          <a:prstGeom prst="rect">
            <a:avLst/>
          </a:prstGeom>
          <a:gradFill>
            <a:gsLst>
              <a:gs pos="68000">
                <a:schemeClr val="bg2">
                  <a:alpha val="0"/>
                </a:schemeClr>
              </a:gs>
              <a:gs pos="98851">
                <a:schemeClr val="accent5">
                  <a:lumMod val="60000"/>
                  <a:lumOff val="40000"/>
                </a:schemeClr>
              </a:gs>
              <a:gs pos="89000">
                <a:schemeClr val="accent3">
                  <a:lumMod val="60000"/>
                  <a:lumOff val="40000"/>
                  <a:alpha val="35000"/>
                </a:schemeClr>
              </a:gs>
            </a:gsLst>
            <a:lin ang="510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01752" y="762000"/>
            <a:ext cx="6095999" cy="1454506"/>
          </a:xfrm>
        </p:spPr>
        <p:txBody>
          <a:bodyPr anchor="t">
            <a:normAutofit/>
          </a:bodyPr>
          <a:lstStyle>
            <a:lvl1pPr>
              <a:defRPr sz="5400">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3A5024DF-23AF-419A-978A-28215FBF1E37}" type="datetimeFigureOut">
              <a:rPr lang="en-US" dirty="0"/>
              <a:t>10/7/26</a:t>
            </a:fld>
            <a:endParaRPr lang="en-US"/>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r>
              <a:rPr lang="en-US"/>
              <a:t>
              </a:t>
            </a:r>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5E0677F5-4A8A-4BF1-96BE-3BAE8FBAFE2E}" type="slidenum">
              <a:rPr lang="en-US" dirty="0"/>
              <a:t>‹#›</a:t>
            </a:fld>
            <a:endParaRPr lang="en-US"/>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7620000" y="3337560"/>
            <a:ext cx="3595171" cy="2828581"/>
          </a:xfrm>
        </p:spPr>
        <p:txBody>
          <a:bodyPr vert="horz" lIns="91440" tIns="45720" rIns="91440" bIns="45720" rtlCol="0">
            <a:normAutofit/>
          </a:bodyPr>
          <a:lstStyle>
            <a:lvl1pPr marL="0" indent="0">
              <a:buNone/>
              <a:defRPr lang="en-US" sz="1800" dirty="0"/>
            </a:lvl1pPr>
            <a:lvl2pPr marL="228600" indent="0">
              <a:buNone/>
              <a:defRPr lang="en-US" sz="1400" dirty="0"/>
            </a:lvl2pPr>
            <a:lvl3pPr marL="457200" indent="0">
              <a:buNone/>
              <a:defRPr lang="en-US" sz="1200" dirty="0"/>
            </a:lvl3pPr>
            <a:lvl4pPr marL="685800" indent="0">
              <a:buNone/>
              <a:defRPr lang="en-US" sz="1100" dirty="0"/>
            </a:lvl4pPr>
            <a:lvl5pPr marL="914400" indent="0">
              <a:buNone/>
              <a:defRPr lang="en-US" sz="105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56671752"/>
      </p:ext>
    </p:extLst>
  </p:cSld>
  <p:clrMapOvr>
    <a:masterClrMapping/>
  </p:clrMapOvr>
  <p:hf hdr="0" ftr="0"/>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1752" y="731520"/>
            <a:ext cx="10858500" cy="692389"/>
          </a:xfrm>
        </p:spPr>
        <p:txBody>
          <a:bodyPr/>
          <a:lstStyle>
            <a:lvl1pPr>
              <a:defRPr>
                <a:solidFill>
                  <a:schemeClr val="tx1"/>
                </a:solidFill>
              </a:defRPr>
            </a:lvl1pPr>
          </a:lstStyle>
          <a:p>
            <a:r>
              <a:rPr lang="en-US"/>
              <a:t>Click to edit Master title style</a:t>
            </a:r>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7B01CFC0-D171-4F9D-A610-2F47C1080058}" type="datetimeFigureOut">
              <a:rPr lang="en-US" dirty="0"/>
              <a:t>10/7/26</a:t>
            </a:fld>
            <a:endParaRPr lang="en-US"/>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r>
              <a:rPr lang="en-US"/>
              <a:t>
              </a:t>
            </a:r>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5E0677F5-4A8A-4BF1-96BE-3BAE8FBAFE2E}" type="slidenum">
              <a:rPr lang="en-US" dirty="0"/>
              <a:t>‹#›</a:t>
            </a:fld>
            <a:endParaRPr lang="en-US"/>
          </a:p>
        </p:txBody>
      </p:sp>
      <p:sp>
        <p:nvSpPr>
          <p:cNvPr id="7" name="Content Placeholder 6">
            <a:extLst>
              <a:ext uri="{FF2B5EF4-FFF2-40B4-BE49-F238E27FC236}">
                <a16:creationId xmlns:a16="http://schemas.microsoft.com/office/drawing/2014/main" id="{80A35E0D-62A8-3554-9B0A-F98F410BA73C}"/>
              </a:ext>
            </a:extLst>
          </p:cNvPr>
          <p:cNvSpPr>
            <a:spLocks noGrp="1"/>
          </p:cNvSpPr>
          <p:nvPr>
            <p:ph sz="quarter" idx="18"/>
          </p:nvPr>
        </p:nvSpPr>
        <p:spPr>
          <a:xfrm>
            <a:off x="301625" y="1806575"/>
            <a:ext cx="5165725" cy="4586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6">
            <a:extLst>
              <a:ext uri="{FF2B5EF4-FFF2-40B4-BE49-F238E27FC236}">
                <a16:creationId xmlns:a16="http://schemas.microsoft.com/office/drawing/2014/main" id="{59B3B287-1823-BE94-2755-A041E87636AD}"/>
              </a:ext>
            </a:extLst>
          </p:cNvPr>
          <p:cNvSpPr>
            <a:spLocks noGrp="1"/>
          </p:cNvSpPr>
          <p:nvPr>
            <p:ph sz="quarter" idx="19"/>
          </p:nvPr>
        </p:nvSpPr>
        <p:spPr>
          <a:xfrm>
            <a:off x="6723891" y="1806575"/>
            <a:ext cx="4991100" cy="4586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3AFB33C1-66E4-5420-EAC7-ECB72519298E}"/>
              </a:ext>
            </a:extLst>
          </p:cNvPr>
          <p:cNvCxnSpPr>
            <a:cxnSpLocks/>
          </p:cNvCxnSpPr>
          <p:nvPr/>
        </p:nvCxnSpPr>
        <p:spPr>
          <a:xfrm flipH="1">
            <a:off x="394716" y="1584960"/>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1525281"/>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6AE5CFF-8C53-04B8-D45D-5572C54FE40F}"/>
              </a:ext>
            </a:extLst>
          </p:cNvPr>
          <p:cNvSpPr/>
          <p:nvPr/>
        </p:nvSpPr>
        <p:spPr>
          <a:xfrm flipV="1">
            <a:off x="0" y="0"/>
            <a:ext cx="12191999" cy="1337733"/>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301752" y="731520"/>
            <a:ext cx="11585448" cy="662062"/>
          </a:xfrm>
        </p:spPr>
        <p:txBody>
          <a:bodyPr/>
          <a:lstStyle>
            <a:lvl1pPr>
              <a:defRPr>
                <a:solidFill>
                  <a:schemeClr val="tx1"/>
                </a:solidFill>
              </a:defRPr>
            </a:lvl1pPr>
          </a:lstStyle>
          <a:p>
            <a:r>
              <a:rPr lang="en-US"/>
              <a:t>Click to edit Master title style</a:t>
            </a:r>
          </a:p>
        </p:txBody>
      </p:sp>
      <p:sp>
        <p:nvSpPr>
          <p:cNvPr id="15" name="Date Placeholder 14">
            <a:extLst>
              <a:ext uri="{FF2B5EF4-FFF2-40B4-BE49-F238E27FC236}">
                <a16:creationId xmlns:a16="http://schemas.microsoft.com/office/drawing/2014/main" id="{705EA491-E08A-48B5-7211-33514A94530C}"/>
              </a:ext>
            </a:extLst>
          </p:cNvPr>
          <p:cNvSpPr>
            <a:spLocks noGrp="1"/>
          </p:cNvSpPr>
          <p:nvPr>
            <p:ph type="dt" sz="half" idx="15"/>
          </p:nvPr>
        </p:nvSpPr>
        <p:spPr/>
        <p:txBody>
          <a:bodyPr/>
          <a:lstStyle/>
          <a:p>
            <a:fld id="{7DA2CEDE-2AB4-4FB8-9551-E0AA4222B1A3}" type="datetimeFigureOut">
              <a:rPr lang="en-US" dirty="0"/>
              <a:t>10/7/26</a:t>
            </a:fld>
            <a:endParaRPr lang="en-US"/>
          </a:p>
        </p:txBody>
      </p:sp>
      <p:sp>
        <p:nvSpPr>
          <p:cNvPr id="16" name="Footer Placeholder 15">
            <a:extLst>
              <a:ext uri="{FF2B5EF4-FFF2-40B4-BE49-F238E27FC236}">
                <a16:creationId xmlns:a16="http://schemas.microsoft.com/office/drawing/2014/main" id="{259980DF-BFB1-0E16-FE9E-D2D30ED180E7}"/>
              </a:ext>
            </a:extLst>
          </p:cNvPr>
          <p:cNvSpPr>
            <a:spLocks noGrp="1"/>
          </p:cNvSpPr>
          <p:nvPr>
            <p:ph type="ftr" sz="quarter" idx="16"/>
          </p:nvPr>
        </p:nvSpPr>
        <p:spPr/>
        <p:txBody>
          <a:bodyPr/>
          <a:lstStyle/>
          <a:p>
            <a:r>
              <a:rPr lang="en-US"/>
              <a:t>
              </a:t>
            </a:r>
          </a:p>
        </p:txBody>
      </p:sp>
      <p:sp>
        <p:nvSpPr>
          <p:cNvPr id="17" name="Slide Number Placeholder 16">
            <a:extLst>
              <a:ext uri="{FF2B5EF4-FFF2-40B4-BE49-F238E27FC236}">
                <a16:creationId xmlns:a16="http://schemas.microsoft.com/office/drawing/2014/main" id="{6EA97154-58A7-DD75-CD73-93F442F34125}"/>
              </a:ext>
            </a:extLst>
          </p:cNvPr>
          <p:cNvSpPr>
            <a:spLocks noGrp="1"/>
          </p:cNvSpPr>
          <p:nvPr>
            <p:ph type="sldNum" sz="quarter" idx="17"/>
          </p:nvPr>
        </p:nvSpPr>
        <p:spPr/>
        <p:txBody>
          <a:bodyPr/>
          <a:lstStyle/>
          <a:p>
            <a:fld id="{5E0677F5-4A8A-4BF1-96BE-3BAE8FBAFE2E}" type="slidenum">
              <a:rPr lang="en-US" dirty="0"/>
              <a:pPr/>
              <a:t>‹#›</a:t>
            </a:fld>
            <a:endParaRPr lang="en-US"/>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301752" y="1775779"/>
            <a:ext cx="5166360" cy="640080"/>
          </a:xfrm>
        </p:spPr>
        <p:txBody>
          <a:bodyPr anchor="ctr" anchorCtr="0">
            <a:normAutofit/>
          </a:bodyPr>
          <a:lstStyle>
            <a:lvl1pPr marL="0" indent="0">
              <a:lnSpc>
                <a:spcPct val="90000"/>
              </a:lnSpc>
              <a:buNone/>
              <a:defRPr sz="1600" b="1" cap="none" baseline="0"/>
            </a:lvl1pPr>
            <a:lvl2pPr marL="457200" indent="0">
              <a:buNone/>
              <a:defRPr sz="1600" b="1"/>
            </a:lvl2pPr>
            <a:lvl3pPr marL="914400" indent="0">
              <a:buNone/>
              <a:defRPr sz="16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6">
            <a:extLst>
              <a:ext uri="{FF2B5EF4-FFF2-40B4-BE49-F238E27FC236}">
                <a16:creationId xmlns:a16="http://schemas.microsoft.com/office/drawing/2014/main" id="{13701989-F794-F145-FEEE-631718E4D69C}"/>
              </a:ext>
            </a:extLst>
          </p:cNvPr>
          <p:cNvSpPr>
            <a:spLocks noGrp="1"/>
          </p:cNvSpPr>
          <p:nvPr>
            <p:ph sz="quarter" idx="18"/>
          </p:nvPr>
        </p:nvSpPr>
        <p:spPr>
          <a:xfrm>
            <a:off x="301625" y="2492481"/>
            <a:ext cx="5165725" cy="39003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720840" y="1775777"/>
            <a:ext cx="5166360" cy="640080"/>
          </a:xfrm>
        </p:spPr>
        <p:txBody>
          <a:bodyPr anchor="ctr" anchorCtr="0">
            <a:normAutofit/>
          </a:bodyPr>
          <a:lstStyle>
            <a:lvl1pPr marL="0" indent="0">
              <a:lnSpc>
                <a:spcPct val="90000"/>
              </a:lnSpc>
              <a:buNone/>
              <a:defRPr sz="1600" b="1" cap="none" baseline="0"/>
            </a:lvl1pPr>
            <a:lvl2pPr marL="457200" indent="0">
              <a:buNone/>
              <a:defRPr sz="1600" b="1"/>
            </a:lvl2pPr>
            <a:lvl3pPr marL="914400" indent="0">
              <a:buNone/>
              <a:defRPr sz="16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Content Placeholder 6">
            <a:extLst>
              <a:ext uri="{FF2B5EF4-FFF2-40B4-BE49-F238E27FC236}">
                <a16:creationId xmlns:a16="http://schemas.microsoft.com/office/drawing/2014/main" id="{A3BB3E04-BBB2-1EB1-AF01-EFE05E004270}"/>
              </a:ext>
            </a:extLst>
          </p:cNvPr>
          <p:cNvSpPr>
            <a:spLocks noGrp="1"/>
          </p:cNvSpPr>
          <p:nvPr>
            <p:ph sz="quarter" idx="19"/>
          </p:nvPr>
        </p:nvSpPr>
        <p:spPr>
          <a:xfrm>
            <a:off x="6723890" y="2492481"/>
            <a:ext cx="5181907" cy="39003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B692CF81-A7A7-1362-125E-EEC5C8BD16E7}"/>
              </a:ext>
            </a:extLst>
          </p:cNvPr>
          <p:cNvCxnSpPr>
            <a:cxnSpLocks/>
          </p:cNvCxnSpPr>
          <p:nvPr/>
        </p:nvCxnSpPr>
        <p:spPr>
          <a:xfrm flipH="1">
            <a:off x="394716" y="1579934"/>
            <a:ext cx="11402568" cy="0"/>
          </a:xfrm>
          <a:prstGeom prst="line">
            <a:avLst/>
          </a:prstGeom>
          <a:ln w="6350">
            <a:solidFill>
              <a:schemeClr val="tx1">
                <a:lumMod val="50000"/>
                <a:alpha val="60000"/>
              </a:schemeClr>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11E71789-6ED9-AA74-B78C-05CAF80B5536}"/>
              </a:ext>
            </a:extLst>
          </p:cNvPr>
          <p:cNvSpPr/>
          <p:nvPr/>
        </p:nvSpPr>
        <p:spPr>
          <a:xfrm flipV="1">
            <a:off x="0" y="0"/>
            <a:ext cx="12191999" cy="1337733"/>
          </a:xfrm>
          <a:prstGeom prst="rect">
            <a:avLst/>
          </a:prstGeom>
          <a:gradFill>
            <a:gsLst>
              <a:gs pos="51000">
                <a:schemeClr val="accent2">
                  <a:lumMod val="50000"/>
                  <a:alpha val="0"/>
                </a:schemeClr>
              </a:gs>
              <a:gs pos="100000">
                <a:schemeClr val="accent1">
                  <a:alpha val="40000"/>
                </a:schemeClr>
              </a:gs>
            </a:gsLst>
            <a:lin ang="5760000" scaled="0"/>
          </a:gra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615825739"/>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301752" y="1005840"/>
            <a:ext cx="9906000" cy="801042"/>
          </a:xfrm>
        </p:spPr>
        <p:txBody>
          <a:bodyPr anchor="t"/>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16C42483-B3E3-4399-B6B2-4B1D067F8CE5}" type="datetimeFigureOut">
              <a:rPr lang="en-US" dirty="0"/>
              <a:t>10/7/26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
              </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5E0677F5-4A8A-4BF1-96BE-3BAE8FBAFE2E}" type="slidenum">
              <a:rPr lang="en-US" dirty="0"/>
              <a:t>‹#›</a:t>
            </a:fld>
            <a:endParaRPr lang="en-US"/>
          </a:p>
        </p:txBody>
      </p:sp>
    </p:spTree>
    <p:extLst>
      <p:ext uri="{BB962C8B-B14F-4D97-AF65-F5344CB8AC3E}">
        <p14:creationId xmlns:p14="http://schemas.microsoft.com/office/powerpoint/2010/main" val="4247792430"/>
      </p:ext>
    </p:extLst>
  </p:cSld>
  <p:clrMapOvr>
    <a:masterClrMapping/>
  </p:clrMapOvr>
  <p:hf hdr="0" ftr="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A36574F-2CAD-411B-9EF3-12D0DF2C09EB}" type="datetimeFigureOut">
              <a:rPr lang="en-US" dirty="0"/>
              <a:t>10/7/26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5E0677F5-4A8A-4BF1-96BE-3BAE8FBAFE2E}" type="slidenum">
              <a:rPr lang="en-US" dirty="0"/>
              <a:t>‹#›</a:t>
            </a:fld>
            <a:endParaRPr lang="en-US"/>
          </a:p>
        </p:txBody>
      </p:sp>
    </p:spTree>
    <p:extLst>
      <p:ext uri="{BB962C8B-B14F-4D97-AF65-F5344CB8AC3E}">
        <p14:creationId xmlns:p14="http://schemas.microsoft.com/office/powerpoint/2010/main" val="3202533781"/>
      </p:ext>
    </p:extLst>
  </p:cSld>
  <p:clrMapOvr>
    <a:masterClrMapping/>
  </p:clrMapOvr>
  <p:hf hdr="0" ftr="0"/>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10/7/26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92355479"/>
      </p:ext>
    </p:extLst>
  </p:cSld>
  <p:clrMapOvr>
    <a:masterClrMapping/>
  </p:clrMapOvr>
  <p:hf hdr="0" ftr="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301752" y="869140"/>
            <a:ext cx="11604046" cy="969206"/>
          </a:xfrm>
          <a:prstGeom prst="rect">
            <a:avLst/>
          </a:prstGeom>
        </p:spPr>
        <p:txBody>
          <a:bodyPr vert="horz" lIns="91440" tIns="45720" rIns="91440" bIns="45720" rtlCol="0" anchor="b">
            <a:normAutofit/>
          </a:bodyPr>
          <a:lstStyle/>
          <a:p>
            <a:r>
              <a:rPr lang="en-US"/>
              <a:t>Click to edit Master title style</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301752" y="210114"/>
            <a:ext cx="1759288" cy="365760"/>
          </a:xfrm>
          <a:prstGeom prst="rect">
            <a:avLst/>
          </a:prstGeom>
        </p:spPr>
        <p:txBody>
          <a:bodyPr vert="horz" lIns="91440" tIns="45720" rIns="91440" bIns="45720" rtlCol="0" anchor="ctr"/>
          <a:lstStyle>
            <a:lvl1pPr algn="l" rtl="0">
              <a:defRPr sz="800" cap="none" spc="0" baseline="0">
                <a:solidFill>
                  <a:schemeClr val="tx1"/>
                </a:solidFill>
              </a:defRPr>
            </a:lvl1pPr>
          </a:lstStyle>
          <a:p>
            <a:fld id="{7DA2CEDE-2AB4-4FB8-9551-E0AA4222B1A3}" type="datetimeFigureOut">
              <a:rPr lang="en-US" dirty="0"/>
              <a:pPr/>
              <a:t>10/7/26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7622485" y="210114"/>
            <a:ext cx="2509284" cy="365760"/>
          </a:xfrm>
          <a:prstGeom prst="rect">
            <a:avLst/>
          </a:prstGeom>
        </p:spPr>
        <p:txBody>
          <a:bodyPr vert="horz" lIns="91440" tIns="45720" rIns="91440" bIns="45720" rtlCol="0" anchor="ctr"/>
          <a:lstStyle>
            <a:lvl1pPr algn="l" rtl="0">
              <a:defRPr sz="800" cap="none" spc="0" baseline="0">
                <a:solidFill>
                  <a:schemeClr val="tx1"/>
                </a:solidFill>
              </a:defRPr>
            </a:lvl1pPr>
          </a:lstStyle>
          <a:p>
            <a:r>
              <a:rPr lang="en-US"/>
              <a:t>
              </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300323" y="210114"/>
            <a:ext cx="605475" cy="365760"/>
          </a:xfrm>
          <a:prstGeom prst="rect">
            <a:avLst/>
          </a:prstGeom>
        </p:spPr>
        <p:txBody>
          <a:bodyPr vert="horz" lIns="91440" tIns="45720" rIns="91440" bIns="45720" rtlCol="0" anchor="ctr"/>
          <a:lstStyle>
            <a:lvl1pPr algn="r" rtl="0">
              <a:defRPr sz="800" cap="none" spc="0" baseline="0">
                <a:solidFill>
                  <a:schemeClr val="tx1"/>
                </a:solidFill>
              </a:defRPr>
            </a:lvl1pPr>
          </a:lstStyle>
          <a:p>
            <a:fld id="{5E0677F5-4A8A-4BF1-96BE-3BAE8FBAFE2E}" type="slidenum">
              <a:rPr lang="en-US" dirty="0"/>
              <a:pPr/>
              <a:t>‹#›</a:t>
            </a:fld>
            <a:endParaRPr lang="en-US"/>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301752" y="2047284"/>
            <a:ext cx="11604046" cy="423464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6" name="Straight Connector 15">
            <a:extLst>
              <a:ext uri="{FF2B5EF4-FFF2-40B4-BE49-F238E27FC236}">
                <a16:creationId xmlns:a16="http://schemas.microsoft.com/office/drawing/2014/main" id="{A3E5EF3F-856F-01A0-B658-94EAB13FC060}"/>
              </a:ext>
            </a:extLst>
          </p:cNvPr>
          <p:cNvCxnSpPr>
            <a:cxnSpLocks/>
          </p:cNvCxnSpPr>
          <p:nvPr/>
        </p:nvCxnSpPr>
        <p:spPr>
          <a:xfrm flipH="1">
            <a:off x="394716" y="751313"/>
            <a:ext cx="11402568" cy="0"/>
          </a:xfrm>
          <a:prstGeom prst="line">
            <a:avLst/>
          </a:prstGeom>
          <a:ln w="6350">
            <a:solidFill>
              <a:schemeClr val="tx1">
                <a:lumMod val="75000"/>
                <a:alpha val="34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8484511"/>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 id="2147483692" r:id="rId20"/>
    <p:sldLayoutId id="2147483693" r:id="rId21"/>
    <p:sldLayoutId id="2147483694" r:id="rId22"/>
    <p:sldLayoutId id="2147483695" r:id="rId23"/>
    <p:sldLayoutId id="2147483696" r:id="rId24"/>
    <p:sldLayoutId id="2147483697" r:id="rId25"/>
    <p:sldLayoutId id="2147483698" r:id="rId26"/>
    <p:sldLayoutId id="2147483699" r:id="rId27"/>
    <p:sldLayoutId id="2147483700" r:id="rId28"/>
  </p:sldLayoutIdLst>
  <p:hf hdr="0" ftr="0"/>
  <p:txStyles>
    <p:titleStyle>
      <a:lvl1pPr algn="l" defTabSz="914400" rtl="0" eaLnBrk="1" latinLnBrk="0" hangingPunct="1">
        <a:lnSpc>
          <a:spcPct val="85000"/>
        </a:lnSpc>
        <a:spcBef>
          <a:spcPct val="0"/>
        </a:spcBef>
        <a:buNone/>
        <a:defRPr sz="2800" b="0" kern="1200" spc="0" baseline="0">
          <a:solidFill>
            <a:schemeClr val="tx1"/>
          </a:solidFill>
          <a:latin typeface="+mj-lt"/>
          <a:ea typeface="+mj-ea"/>
          <a:cs typeface="+mj-cs"/>
        </a:defRPr>
      </a:lvl1pPr>
    </p:titleStyle>
    <p:bodyStyle>
      <a:lvl1pPr marL="0" indent="0" algn="l" defTabSz="914400" rtl="0" eaLnBrk="1" latinLnBrk="0" hangingPunct="1">
        <a:lnSpc>
          <a:spcPct val="120000"/>
        </a:lnSpc>
        <a:spcBef>
          <a:spcPts val="1000"/>
        </a:spcBef>
        <a:buFont typeface="Arial" panose="020B0604020202020204" pitchFamily="34" charset="0"/>
        <a:buNone/>
        <a:defRPr sz="1400" kern="1200" spc="0">
          <a:solidFill>
            <a:schemeClr val="tx1"/>
          </a:solidFill>
          <a:latin typeface="+mn-lt"/>
          <a:ea typeface="+mn-ea"/>
          <a:cs typeface="+mn-cs"/>
        </a:defRPr>
      </a:lvl1pPr>
      <a:lvl2pPr marL="2286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2pPr>
      <a:lvl3pPr marL="4572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3pPr>
      <a:lvl4pPr marL="6858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4pPr>
      <a:lvl5pPr marL="914400" indent="0" algn="l" defTabSz="914400" rtl="0" eaLnBrk="1" latinLnBrk="0" hangingPunct="1">
        <a:lnSpc>
          <a:spcPct val="120000"/>
        </a:lnSpc>
        <a:spcBef>
          <a:spcPts val="500"/>
        </a:spcBef>
        <a:buFont typeface="Arial" panose="020B0604020202020204" pitchFamily="34" charset="0"/>
        <a:buNone/>
        <a:defRPr sz="1400" kern="1200" spc="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pos="168">
          <p15:clr>
            <a:srgbClr val="F26B43"/>
          </p15:clr>
        </p15:guide>
        <p15:guide id="22" orient="horz" pos="2160">
          <p15:clr>
            <a:srgbClr val="F26B43"/>
          </p15:clr>
        </p15:guide>
        <p15:guide id="23" pos="4800">
          <p15:clr>
            <a:srgbClr val="F26B43"/>
          </p15:clr>
        </p15:guide>
        <p15:guide id="24" orient="horz" pos="480">
          <p15:clr>
            <a:srgbClr val="F26B43"/>
          </p15:clr>
        </p15:guide>
        <p15:guide id="25" orient="horz" pos="864">
          <p15:clr>
            <a:srgbClr val="F26B43"/>
          </p15:clr>
        </p15:guide>
        <p15:guide id="26" pos="7392">
          <p15:clr>
            <a:srgbClr val="F26B43"/>
          </p15:clr>
        </p15:guide>
        <p15:guide id="27" orient="horz" pos="3840">
          <p15:clr>
            <a:srgbClr val="F26B43"/>
          </p15:clr>
        </p15:guide>
        <p15:guide id="28" pos="240">
          <p15:clr>
            <a:srgbClr val="F26B43"/>
          </p15:clr>
        </p15:guide>
        <p15:guide id="29" pos="74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Date Placeholder 2">
            <a:extLst>
              <a:ext uri="{FF2B5EF4-FFF2-40B4-BE49-F238E27FC236}">
                <a16:creationId xmlns:a16="http://schemas.microsoft.com/office/drawing/2014/main" id="{E4B2F9AB-B70C-8BEB-4BEB-B7A00305A807}"/>
              </a:ext>
            </a:extLst>
          </p:cNvPr>
          <p:cNvSpPr>
            <a:spLocks noGrp="1"/>
          </p:cNvSpPr>
          <p:nvPr>
            <p:ph type="dt" sz="half" idx="14"/>
          </p:nvPr>
        </p:nvSpPr>
        <p:spPr>
          <a:xfrm>
            <a:off x="301752" y="210114"/>
            <a:ext cx="1759288" cy="365760"/>
          </a:xfrm>
        </p:spPr>
        <p:txBody>
          <a:bodyPr/>
          <a:lstStyle/>
          <a:p>
            <a:pPr>
              <a:spcAft>
                <a:spcPts val="600"/>
              </a:spcAft>
            </a:pPr>
            <a:fld id="{AA7FFA6B-51BB-4491-9BA4-1CA2F55AFFEC}" type="datetime1">
              <a:rPr lang="en-US" smtClean="0"/>
              <a:pPr>
                <a:spcAft>
                  <a:spcPts val="600"/>
                </a:spcAft>
              </a:pPr>
              <a:t>10/7/26</a:t>
            </a:fld>
            <a:endParaRPr lang="en-US"/>
          </a:p>
        </p:txBody>
      </p:sp>
      <p:sp>
        <p:nvSpPr>
          <p:cNvPr id="12" name="Slide Number Placeholder 4">
            <a:extLst>
              <a:ext uri="{FF2B5EF4-FFF2-40B4-BE49-F238E27FC236}">
                <a16:creationId xmlns:a16="http://schemas.microsoft.com/office/drawing/2014/main" id="{781A93FB-638F-47A6-801D-E867A854DAC3}"/>
              </a:ext>
            </a:extLst>
          </p:cNvPr>
          <p:cNvSpPr>
            <a:spLocks noGrp="1"/>
          </p:cNvSpPr>
          <p:nvPr>
            <p:ph type="sldNum" sz="quarter" idx="16"/>
          </p:nvPr>
        </p:nvSpPr>
        <p:spPr>
          <a:xfrm>
            <a:off x="11300323" y="210114"/>
            <a:ext cx="605475" cy="365760"/>
          </a:xfrm>
        </p:spPr>
        <p:txBody>
          <a:bodyPr/>
          <a:lstStyle/>
          <a:p>
            <a:pPr>
              <a:spcAft>
                <a:spcPts val="600"/>
              </a:spcAft>
            </a:pPr>
            <a:fld id="{5E0677F5-4A8A-4BF1-96BE-3BAE8FBAFE2E}" type="slidenum">
              <a:rPr lang="en-US" smtClean="0"/>
              <a:pPr>
                <a:spcAft>
                  <a:spcPts val="600"/>
                </a:spcAft>
              </a:pPr>
              <a:t>1</a:t>
            </a:fld>
            <a:endParaRPr lang="en-US"/>
          </a:p>
        </p:txBody>
      </p:sp>
      <p:sp>
        <p:nvSpPr>
          <p:cNvPr id="14" name="Content Placeholder 5">
            <a:extLst>
              <a:ext uri="{FF2B5EF4-FFF2-40B4-BE49-F238E27FC236}">
                <a16:creationId xmlns:a16="http://schemas.microsoft.com/office/drawing/2014/main" id="{C674F266-B346-6386-8934-5B081C78F7D6}"/>
              </a:ext>
            </a:extLst>
          </p:cNvPr>
          <p:cNvSpPr>
            <a:spLocks noGrp="1"/>
          </p:cNvSpPr>
          <p:nvPr>
            <p:ph sz="quarter" idx="13"/>
          </p:nvPr>
        </p:nvSpPr>
        <p:spPr>
          <a:xfrm>
            <a:off x="523772" y="1637606"/>
            <a:ext cx="10568149" cy="5010279"/>
          </a:xfrm>
        </p:spPr>
        <p:txBody>
          <a:bodyPr vert="horz" lIns="91440" tIns="45720" rIns="91440" bIns="45720" rtlCol="0" anchor="t">
            <a:normAutofit/>
          </a:bodyPr>
          <a:lstStyle/>
          <a:p>
            <a:pPr>
              <a:lnSpc>
                <a:spcPct val="100000"/>
              </a:lnSpc>
            </a:pPr>
            <a:endParaRPr lang="en-US" sz="2800" dirty="0">
              <a:solidFill>
                <a:srgbClr val="D9D9D9"/>
              </a:solidFill>
              <a:latin typeface="Arial"/>
              <a:cs typeface="Arial"/>
            </a:endParaRPr>
          </a:p>
          <a:p>
            <a:pPr>
              <a:lnSpc>
                <a:spcPct val="100000"/>
              </a:lnSpc>
            </a:pPr>
            <a:r>
              <a:rPr lang="en-US" sz="2800" dirty="0">
                <a:solidFill>
                  <a:srgbClr val="D9D9D9"/>
                </a:solidFill>
                <a:latin typeface="Arial"/>
                <a:cs typeface="Arial"/>
              </a:rPr>
              <a:t>Cole Nussbaumer Knaflic</a:t>
            </a:r>
            <a:endParaRPr lang="en-US" sz="2800" dirty="0"/>
          </a:p>
          <a:p>
            <a:pPr>
              <a:lnSpc>
                <a:spcPct val="100000"/>
              </a:lnSpc>
            </a:pPr>
            <a:r>
              <a:rPr lang="en-US" sz="2800" dirty="0">
                <a:solidFill>
                  <a:srgbClr val="D9D9D9"/>
                </a:solidFill>
                <a:latin typeface="Arial"/>
                <a:cs typeface="Arial"/>
              </a:rPr>
              <a:t>Published 2015 by John Wiley &amp; Sons, Inc. </a:t>
            </a:r>
            <a:endParaRPr lang="en-US" sz="2800" dirty="0"/>
          </a:p>
          <a:p>
            <a:pPr>
              <a:lnSpc>
                <a:spcPct val="100000"/>
              </a:lnSpc>
            </a:pPr>
            <a:endParaRPr lang="en-US" sz="2800" dirty="0">
              <a:solidFill>
                <a:srgbClr val="D9D9D9"/>
              </a:solidFill>
              <a:latin typeface="Arial"/>
              <a:cs typeface="Arial"/>
            </a:endParaRPr>
          </a:p>
          <a:p>
            <a:r>
              <a:rPr lang="en-US" sz="3600" b="1" dirty="0">
                <a:solidFill>
                  <a:srgbClr val="D9D9D9"/>
                </a:solidFill>
                <a:latin typeface="Arial"/>
                <a:cs typeface="Arial"/>
              </a:rPr>
              <a:t>Chapter 5:  Think Like a Designer</a:t>
            </a:r>
            <a:endParaRPr lang="en-US" sz="3600" b="1" dirty="0"/>
          </a:p>
          <a:p>
            <a:endParaRPr lang="en-US" sz="3200" dirty="0">
              <a:solidFill>
                <a:srgbClr val="D9D9D9"/>
              </a:solidFill>
              <a:latin typeface="Arial"/>
              <a:cs typeface="Arial"/>
            </a:endParaRPr>
          </a:p>
          <a:p>
            <a:pPr>
              <a:lnSpc>
                <a:spcPct val="100000"/>
              </a:lnSpc>
            </a:pPr>
            <a:r>
              <a:rPr lang="en-US" sz="2800" dirty="0">
                <a:solidFill>
                  <a:srgbClr val="D9D9D9"/>
                </a:solidFill>
                <a:latin typeface="Arial"/>
                <a:cs typeface="Arial"/>
              </a:rPr>
              <a:t>Recap compiled by Alissa Ouspenskaia</a:t>
            </a:r>
            <a:endParaRPr lang="en-US" sz="2800" dirty="0"/>
          </a:p>
          <a:p>
            <a:pPr>
              <a:lnSpc>
                <a:spcPct val="100000"/>
              </a:lnSpc>
            </a:pPr>
            <a:r>
              <a:rPr lang="en-US" sz="2800" dirty="0">
                <a:solidFill>
                  <a:srgbClr val="D9D9D9"/>
                </a:solidFill>
                <a:latin typeface="Arial"/>
                <a:cs typeface="Arial"/>
              </a:rPr>
              <a:t>DATA110 Montgomery College Fall 2026</a:t>
            </a:r>
            <a:endParaRPr lang="en-US" sz="2800" dirty="0"/>
          </a:p>
          <a:p>
            <a:endParaRPr lang="en-US" dirty="0"/>
          </a:p>
        </p:txBody>
      </p:sp>
      <p:sp>
        <p:nvSpPr>
          <p:cNvPr id="5" name="TextBox 4">
            <a:extLst>
              <a:ext uri="{FF2B5EF4-FFF2-40B4-BE49-F238E27FC236}">
                <a16:creationId xmlns:a16="http://schemas.microsoft.com/office/drawing/2014/main" id="{29B03563-1486-BC2C-D297-7F668B59D516}"/>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3" name="TextBox 2">
            <a:extLst>
              <a:ext uri="{FF2B5EF4-FFF2-40B4-BE49-F238E27FC236}">
                <a16:creationId xmlns:a16="http://schemas.microsoft.com/office/drawing/2014/main" id="{922BC9D2-F615-B244-7525-635E145B6A4B}"/>
              </a:ext>
            </a:extLst>
          </p:cNvPr>
          <p:cNvSpPr txBox="1"/>
          <p:nvPr/>
        </p:nvSpPr>
        <p:spPr>
          <a:xfrm>
            <a:off x="523772" y="698187"/>
            <a:ext cx="10566400" cy="123110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rtl="0"/>
            <a:r>
              <a:rPr lang="en-US" sz="2800" i="1" baseline="0" dirty="0">
                <a:solidFill>
                  <a:srgbClr val="D9D9D9"/>
                </a:solidFill>
                <a:latin typeface="Arial"/>
                <a:ea typeface="Segoe UI"/>
                <a:cs typeface="Segoe UI"/>
              </a:rPr>
              <a:t>Storytelling with Data:  </a:t>
            </a:r>
            <a:r>
              <a:rPr lang="en-US" sz="2800" dirty="0">
                <a:solidFill>
                  <a:srgbClr val="FFFFFF"/>
                </a:solidFill>
                <a:latin typeface="Arial"/>
                <a:ea typeface="Segoe UI"/>
                <a:cs typeface="Segoe UI"/>
              </a:rPr>
              <a:t>​</a:t>
            </a:r>
          </a:p>
          <a:p>
            <a:pPr rtl="0"/>
            <a:r>
              <a:rPr lang="en-US" sz="2800" i="1" baseline="0" dirty="0">
                <a:solidFill>
                  <a:srgbClr val="D9D9D9"/>
                </a:solidFill>
                <a:latin typeface="Arial"/>
                <a:ea typeface="Segoe UI"/>
                <a:cs typeface="Segoe UI"/>
              </a:rPr>
              <a:t>a Data Visualization Guide for Business Professionals</a:t>
            </a:r>
            <a:r>
              <a:rPr lang="en-US" sz="2800" dirty="0">
                <a:solidFill>
                  <a:srgbClr val="FFFFFF"/>
                </a:solidFill>
                <a:latin typeface="Arial"/>
                <a:ea typeface="Segoe UI"/>
                <a:cs typeface="Segoe UI"/>
              </a:rPr>
              <a:t>​</a:t>
            </a:r>
          </a:p>
          <a:p>
            <a:pPr algn="ctr"/>
            <a:endParaRPr lang="en-US" dirty="0"/>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0669019-4B54-C577-8739-CE6AE5278FD1}"/>
              </a:ext>
            </a:extLst>
          </p:cNvPr>
          <p:cNvSpPr>
            <a:spLocks noGrp="1"/>
          </p:cNvSpPr>
          <p:nvPr>
            <p:ph type="dt" sz="half" idx="14"/>
          </p:nvPr>
        </p:nvSpPr>
        <p:spPr/>
        <p:txBody>
          <a:bodyPr/>
          <a:lstStyle/>
          <a:p>
            <a:fld id="{878647AE-1BE4-4215-9990-E545EA80C310}" type="datetime1">
              <a:rPr/>
              <a:t>10/7/26</a:t>
            </a:fld>
            <a:endParaRPr lang="en-US"/>
          </a:p>
        </p:txBody>
      </p:sp>
      <p:sp>
        <p:nvSpPr>
          <p:cNvPr id="5" name="Slide Number Placeholder 4">
            <a:extLst>
              <a:ext uri="{FF2B5EF4-FFF2-40B4-BE49-F238E27FC236}">
                <a16:creationId xmlns:a16="http://schemas.microsoft.com/office/drawing/2014/main" id="{5DA00DB4-BDC4-A1BC-E13A-96A40476D84F}"/>
              </a:ext>
            </a:extLst>
          </p:cNvPr>
          <p:cNvSpPr>
            <a:spLocks noGrp="1"/>
          </p:cNvSpPr>
          <p:nvPr>
            <p:ph type="sldNum" sz="quarter" idx="16"/>
          </p:nvPr>
        </p:nvSpPr>
        <p:spPr>
          <a:xfrm>
            <a:off x="11546378" y="210114"/>
            <a:ext cx="645622" cy="365760"/>
          </a:xfrm>
        </p:spPr>
        <p:txBody>
          <a:bodyPr/>
          <a:lstStyle/>
          <a:p>
            <a:fld id="{5E0677F5-4A8A-4BF1-96BE-3BAE8FBAFE2E}" type="slidenum">
              <a:rPr lang="en-US" sz="900" smtClean="0"/>
              <a:t>2</a:t>
            </a:fld>
            <a:r>
              <a:rPr lang="en-US" sz="900" dirty="0"/>
              <a:t>/13</a:t>
            </a:r>
          </a:p>
        </p:txBody>
      </p:sp>
      <p:sp>
        <p:nvSpPr>
          <p:cNvPr id="6" name="Content Placeholder 5">
            <a:extLst>
              <a:ext uri="{FF2B5EF4-FFF2-40B4-BE49-F238E27FC236}">
                <a16:creationId xmlns:a16="http://schemas.microsoft.com/office/drawing/2014/main" id="{DADC302F-C9AD-9AB4-FCC9-1174D8459E07}"/>
              </a:ext>
            </a:extLst>
          </p:cNvPr>
          <p:cNvSpPr>
            <a:spLocks noGrp="1"/>
          </p:cNvSpPr>
          <p:nvPr>
            <p:ph sz="quarter" idx="13"/>
          </p:nvPr>
        </p:nvSpPr>
        <p:spPr>
          <a:xfrm>
            <a:off x="5472545" y="1923918"/>
            <a:ext cx="5239327" cy="3746258"/>
          </a:xfrm>
        </p:spPr>
        <p:txBody>
          <a:bodyPr vert="horz" lIns="91440" tIns="45720" rIns="91440" bIns="45720" rtlCol="0" anchor="t">
            <a:normAutofit/>
          </a:bodyPr>
          <a:lstStyle/>
          <a:p>
            <a:r>
              <a:rPr lang="en-US" sz="3600" dirty="0">
                <a:latin typeface="Arial"/>
                <a:cs typeface="Arial"/>
              </a:rPr>
              <a:t>Affordances</a:t>
            </a:r>
          </a:p>
          <a:p>
            <a:r>
              <a:rPr lang="en-US" sz="3600" dirty="0">
                <a:latin typeface="Arial"/>
                <a:cs typeface="Arial"/>
              </a:rPr>
              <a:t>Accessibility</a:t>
            </a:r>
            <a:endParaRPr lang="en-US" sz="3600" dirty="0"/>
          </a:p>
          <a:p>
            <a:r>
              <a:rPr lang="en-US" sz="3600" dirty="0">
                <a:latin typeface="Arial"/>
                <a:cs typeface="Arial"/>
              </a:rPr>
              <a:t>Aesthetics</a:t>
            </a:r>
            <a:endParaRPr lang="en-US" sz="3600" dirty="0"/>
          </a:p>
          <a:p>
            <a:r>
              <a:rPr lang="en-US" sz="3600" dirty="0">
                <a:latin typeface="Arial"/>
                <a:cs typeface="Arial"/>
              </a:rPr>
              <a:t>Acceptance</a:t>
            </a:r>
            <a:endParaRPr lang="en-US" sz="3600" dirty="0"/>
          </a:p>
          <a:p>
            <a:endParaRPr lang="en-US" dirty="0"/>
          </a:p>
        </p:txBody>
      </p:sp>
      <p:sp>
        <p:nvSpPr>
          <p:cNvPr id="8" name="TextBox 7">
            <a:extLst>
              <a:ext uri="{FF2B5EF4-FFF2-40B4-BE49-F238E27FC236}">
                <a16:creationId xmlns:a16="http://schemas.microsoft.com/office/drawing/2014/main" id="{505A330B-E0BB-AF47-9DE9-6AF96568EED8}"/>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2" name="Title 1">
            <a:extLst>
              <a:ext uri="{FF2B5EF4-FFF2-40B4-BE49-F238E27FC236}">
                <a16:creationId xmlns:a16="http://schemas.microsoft.com/office/drawing/2014/main" id="{9D868EC8-B47B-5CAF-3FB0-E869B0DEEC38}"/>
              </a:ext>
            </a:extLst>
          </p:cNvPr>
          <p:cNvSpPr>
            <a:spLocks noGrp="1"/>
          </p:cNvSpPr>
          <p:nvPr>
            <p:ph type="title"/>
          </p:nvPr>
        </p:nvSpPr>
        <p:spPr>
          <a:xfrm>
            <a:off x="6385330" y="222569"/>
            <a:ext cx="4230023" cy="486227"/>
          </a:xfrm>
        </p:spPr>
        <p:txBody>
          <a:bodyPr>
            <a:normAutofit fontScale="90000"/>
          </a:bodyPr>
          <a:lstStyle/>
          <a:p>
            <a:r>
              <a:rPr lang="en-US" sz="3200" dirty="0">
                <a:solidFill>
                  <a:srgbClr val="F2F2F2"/>
                </a:solidFill>
                <a:latin typeface="Arial"/>
                <a:cs typeface="Arial"/>
              </a:rPr>
              <a:t>      </a:t>
            </a:r>
            <a:r>
              <a:rPr lang="en-US" sz="2200" dirty="0">
                <a:solidFill>
                  <a:srgbClr val="F2F2F2"/>
                </a:solidFill>
                <a:latin typeface="Arial"/>
                <a:cs typeface="Arial"/>
              </a:rPr>
              <a:t>Cole Chapter 5                      </a:t>
            </a:r>
            <a:endParaRPr lang="en-US" sz="2200" dirty="0"/>
          </a:p>
        </p:txBody>
      </p:sp>
      <p:sp>
        <p:nvSpPr>
          <p:cNvPr id="12" name="TextBox 11">
            <a:extLst>
              <a:ext uri="{FF2B5EF4-FFF2-40B4-BE49-F238E27FC236}">
                <a16:creationId xmlns:a16="http://schemas.microsoft.com/office/drawing/2014/main" id="{909A2CFB-A19D-115F-F830-BCBF394E51AA}"/>
              </a:ext>
            </a:extLst>
          </p:cNvPr>
          <p:cNvSpPr txBox="1"/>
          <p:nvPr/>
        </p:nvSpPr>
        <p:spPr>
          <a:xfrm>
            <a:off x="549564" y="892387"/>
            <a:ext cx="3411682"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aseline="0" dirty="0">
                <a:solidFill>
                  <a:srgbClr val="F2F2F2"/>
                </a:solidFill>
                <a:latin typeface="Arial"/>
              </a:rPr>
              <a:t>Overview</a:t>
            </a:r>
            <a:r>
              <a:rPr sz="3600" dirty="0">
                <a:latin typeface="Arial"/>
                <a:ea typeface="Arial"/>
                <a:cs typeface="Arial"/>
              </a:rPr>
              <a:t>​</a:t>
            </a:r>
            <a:endParaRPr lang="en-US" sz="3600" dirty="0"/>
          </a:p>
          <a:p>
            <a:pPr algn="ctr"/>
            <a:endParaRPr lang="en-US" dirty="0"/>
          </a:p>
        </p:txBody>
      </p:sp>
    </p:spTree>
    <p:extLst>
      <p:ext uri="{BB962C8B-B14F-4D97-AF65-F5344CB8AC3E}">
        <p14:creationId xmlns:p14="http://schemas.microsoft.com/office/powerpoint/2010/main" val="1276615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0566-648F-B940-CFC1-0D566CAEDF91}"/>
              </a:ext>
            </a:extLst>
          </p:cNvPr>
          <p:cNvSpPr>
            <a:spLocks noGrp="1"/>
          </p:cNvSpPr>
          <p:nvPr>
            <p:ph type="title"/>
          </p:nvPr>
        </p:nvSpPr>
        <p:spPr>
          <a:xfrm>
            <a:off x="164756" y="892387"/>
            <a:ext cx="2636633" cy="2673773"/>
          </a:xfrm>
        </p:spPr>
        <p:txBody>
          <a:bodyPr>
            <a:normAutofit/>
          </a:bodyPr>
          <a:lstStyle/>
          <a:p>
            <a:r>
              <a:rPr lang="en-US" sz="3600" dirty="0">
                <a:latin typeface="Arial"/>
                <a:cs typeface="Arial"/>
              </a:rPr>
              <a:t>Affordances</a:t>
            </a:r>
            <a:br>
              <a:rPr lang="en-US" sz="2000" dirty="0">
                <a:latin typeface="Arial"/>
                <a:cs typeface="Arial"/>
              </a:rPr>
            </a:br>
            <a:br>
              <a:rPr lang="en-US" sz="2000" dirty="0">
                <a:latin typeface="Arial"/>
                <a:cs typeface="Arial"/>
              </a:rPr>
            </a:br>
            <a:r>
              <a:rPr lang="en-US" sz="2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3" name="Date Placeholder 2">
            <a:extLst>
              <a:ext uri="{FF2B5EF4-FFF2-40B4-BE49-F238E27FC236}">
                <a16:creationId xmlns:a16="http://schemas.microsoft.com/office/drawing/2014/main" id="{DA38E4EC-47F7-9BA5-01D0-E2F0E16D799B}"/>
              </a:ext>
            </a:extLst>
          </p:cNvPr>
          <p:cNvSpPr>
            <a:spLocks noGrp="1"/>
          </p:cNvSpPr>
          <p:nvPr>
            <p:ph type="dt" sz="half" idx="14"/>
          </p:nvPr>
        </p:nvSpPr>
        <p:spPr/>
        <p:txBody>
          <a:bodyPr/>
          <a:lstStyle/>
          <a:p>
            <a:fld id="{77C9C693-62E9-4934-AE93-3D2C6A713171}" type="datetime1">
              <a:rPr lang="en-US"/>
              <a:t>10/7/26</a:t>
            </a:fld>
            <a:endParaRPr lang="en-US"/>
          </a:p>
        </p:txBody>
      </p:sp>
      <p:sp>
        <p:nvSpPr>
          <p:cNvPr id="5" name="Slide Number Placeholder 4">
            <a:extLst>
              <a:ext uri="{FF2B5EF4-FFF2-40B4-BE49-F238E27FC236}">
                <a16:creationId xmlns:a16="http://schemas.microsoft.com/office/drawing/2014/main" id="{2C129605-E771-72C7-713C-707BF4112EBA}"/>
              </a:ext>
            </a:extLst>
          </p:cNvPr>
          <p:cNvSpPr>
            <a:spLocks noGrp="1"/>
          </p:cNvSpPr>
          <p:nvPr>
            <p:ph type="sldNum" sz="quarter" idx="16"/>
          </p:nvPr>
        </p:nvSpPr>
        <p:spPr/>
        <p:txBody>
          <a:bodyPr/>
          <a:lstStyle/>
          <a:p>
            <a:fld id="{5E0677F5-4A8A-4BF1-96BE-3BAE8FBAFE2E}" type="slidenum">
              <a:rPr lang="en-US" dirty="0"/>
              <a:t>3</a:t>
            </a:fld>
            <a:endParaRPr lang="en-US"/>
          </a:p>
        </p:txBody>
      </p:sp>
      <p:sp>
        <p:nvSpPr>
          <p:cNvPr id="6" name="Content Placeholder 5">
            <a:extLst>
              <a:ext uri="{FF2B5EF4-FFF2-40B4-BE49-F238E27FC236}">
                <a16:creationId xmlns:a16="http://schemas.microsoft.com/office/drawing/2014/main" id="{DD529298-C4F5-C45D-F975-590E8B8EA170}"/>
              </a:ext>
            </a:extLst>
          </p:cNvPr>
          <p:cNvSpPr>
            <a:spLocks noGrp="1"/>
          </p:cNvSpPr>
          <p:nvPr>
            <p:ph sz="quarter" idx="13"/>
          </p:nvPr>
        </p:nvSpPr>
        <p:spPr>
          <a:xfrm>
            <a:off x="2967644" y="1546168"/>
            <a:ext cx="9224356" cy="5311832"/>
          </a:xfrm>
        </p:spPr>
        <p:txBody>
          <a:bodyPr>
            <a:normAutofit/>
          </a:bodyPr>
          <a:lstStyle/>
          <a:p>
            <a:r>
              <a:rPr lang="en-US" sz="2000" b="1" dirty="0"/>
              <a:t>Affordance definition</a:t>
            </a:r>
          </a:p>
          <a:p>
            <a:r>
              <a:rPr lang="en-US" sz="2000" dirty="0"/>
              <a:t>- the quality or property of an object that defines its possible uses or makes clear how it can or should be used</a:t>
            </a:r>
          </a:p>
          <a:p>
            <a:r>
              <a:rPr lang="en-US" sz="2000" dirty="0"/>
              <a:t>			 		— Merriam-Webster Dictionary</a:t>
            </a:r>
          </a:p>
          <a:p>
            <a:r>
              <a:rPr lang="en-US" sz="2000" dirty="0"/>
              <a:t>- aspects inherent to the design that make it obvious how the product is to be used</a:t>
            </a:r>
          </a:p>
          <a:p>
            <a:r>
              <a:rPr lang="en-US" sz="2000" dirty="0"/>
              <a:t>			 		— Cole Knaflic</a:t>
            </a:r>
          </a:p>
          <a:p>
            <a:r>
              <a:rPr lang="en-US" sz="2000" b="1" dirty="0"/>
              <a:t>Examples</a:t>
            </a:r>
          </a:p>
          <a:p>
            <a:r>
              <a:rPr lang="en-US" sz="2000" dirty="0"/>
              <a:t>“We sit or stand on a chair because those </a:t>
            </a:r>
            <a:r>
              <a:rPr lang="en-US" sz="2000" i="1" dirty="0"/>
              <a:t>affordances</a:t>
            </a:r>
            <a:r>
              <a:rPr lang="en-US" sz="2000" dirty="0"/>
              <a:t> are fairly obvious.” 						— Scott Lafee</a:t>
            </a:r>
          </a:p>
          <a:p>
            <a:r>
              <a:rPr lang="en-US" sz="2000" dirty="0"/>
              <a:t>“A knob affords turning, a button affords pushing, and a cord affords pulling.”</a:t>
            </a:r>
          </a:p>
          <a:p>
            <a:r>
              <a:rPr lang="en-US" sz="2000" dirty="0"/>
              <a:t> 					— Cole Knaflic</a:t>
            </a:r>
          </a:p>
          <a:p>
            <a:endParaRPr lang="en-US" dirty="0"/>
          </a:p>
        </p:txBody>
      </p:sp>
      <p:sp>
        <p:nvSpPr>
          <p:cNvPr id="8" name="TextBox 7">
            <a:extLst>
              <a:ext uri="{FF2B5EF4-FFF2-40B4-BE49-F238E27FC236}">
                <a16:creationId xmlns:a16="http://schemas.microsoft.com/office/drawing/2014/main" id="{BE25426D-D70D-A83F-70DF-F7E3CB03CED3}"/>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7" name="TextBox 6">
            <a:extLst>
              <a:ext uri="{FF2B5EF4-FFF2-40B4-BE49-F238E27FC236}">
                <a16:creationId xmlns:a16="http://schemas.microsoft.com/office/drawing/2014/main" id="{2263E037-3411-F52A-2C04-CD12D0F39C0A}"/>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9" name="Title 1">
            <a:extLst>
              <a:ext uri="{FF2B5EF4-FFF2-40B4-BE49-F238E27FC236}">
                <a16:creationId xmlns:a16="http://schemas.microsoft.com/office/drawing/2014/main" id="{A0865BF2-0DC4-B384-81A7-531ACA6DD581}"/>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spTree>
    <p:extLst>
      <p:ext uri="{BB962C8B-B14F-4D97-AF65-F5344CB8AC3E}">
        <p14:creationId xmlns:p14="http://schemas.microsoft.com/office/powerpoint/2010/main" val="18846481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DCDE-5D99-193E-11D6-2A090070DA9E}"/>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E2162CC5-2EAB-CEF6-C75C-5C16243AC4A1}"/>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C83D1FE4-B631-352C-6D1E-0A0B39493642}"/>
              </a:ext>
            </a:extLst>
          </p:cNvPr>
          <p:cNvSpPr>
            <a:spLocks noGrp="1"/>
          </p:cNvSpPr>
          <p:nvPr>
            <p:ph type="sldNum" sz="quarter" idx="16"/>
          </p:nvPr>
        </p:nvSpPr>
        <p:spPr/>
        <p:txBody>
          <a:bodyPr/>
          <a:lstStyle/>
          <a:p>
            <a:fld id="{5E0677F5-4A8A-4BF1-96BE-3BAE8FBAFE2E}" type="slidenum">
              <a:rPr lang="en-US" dirty="0"/>
              <a:t>4</a:t>
            </a:fld>
            <a:endParaRPr lang="en-US"/>
          </a:p>
        </p:txBody>
      </p:sp>
      <p:sp>
        <p:nvSpPr>
          <p:cNvPr id="5" name="Content Placeholder 4">
            <a:extLst>
              <a:ext uri="{FF2B5EF4-FFF2-40B4-BE49-F238E27FC236}">
                <a16:creationId xmlns:a16="http://schemas.microsoft.com/office/drawing/2014/main" id="{0E12E81B-ACE5-26C4-C22F-E1964496E3EB}"/>
              </a:ext>
            </a:extLst>
          </p:cNvPr>
          <p:cNvSpPr>
            <a:spLocks noGrp="1"/>
          </p:cNvSpPr>
          <p:nvPr>
            <p:ph sz="quarter" idx="13"/>
          </p:nvPr>
        </p:nvSpPr>
        <p:spPr>
          <a:xfrm>
            <a:off x="3582785" y="1596044"/>
            <a:ext cx="8323013" cy="5261956"/>
          </a:xfrm>
        </p:spPr>
        <p:txBody>
          <a:bodyPr>
            <a:normAutofit/>
          </a:bodyPr>
          <a:lstStyle/>
          <a:p>
            <a:pPr marL="285750" indent="-285750">
              <a:buFont typeface="Arial" panose="020B0604020202020204" pitchFamily="34" charset="0"/>
              <a:buChar char="•"/>
            </a:pPr>
            <a:r>
              <a:rPr lang="en-US" sz="2000" dirty="0"/>
              <a:t>Highlight what’s important	</a:t>
            </a:r>
          </a:p>
          <a:p>
            <a:pPr lvl="1"/>
            <a:r>
              <a:rPr lang="en-US" sz="2000" dirty="0"/>
              <a:t>	- details can go in footnotes or on the last few slides as additional 		references</a:t>
            </a:r>
          </a:p>
          <a:p>
            <a:pPr marL="285750" lvl="1" indent="-285750">
              <a:spcBef>
                <a:spcPts val="1000"/>
              </a:spcBef>
              <a:buFont typeface="Arial" panose="020B0604020202020204" pitchFamily="34" charset="0"/>
              <a:buChar char="•"/>
            </a:pPr>
            <a:r>
              <a:rPr lang="en-US" sz="2000" dirty="0"/>
              <a:t>Eliminate distractions</a:t>
            </a:r>
          </a:p>
          <a:p>
            <a:r>
              <a:rPr lang="en-US" sz="2000" dirty="0"/>
              <a:t>	- font / typeface arial sans serif</a:t>
            </a:r>
          </a:p>
          <a:p>
            <a:r>
              <a:rPr lang="en-US" sz="2000" dirty="0"/>
              <a:t>	- italics, and underlining are only for titles and captions.</a:t>
            </a:r>
          </a:p>
          <a:p>
            <a:r>
              <a:rPr lang="en-US" sz="2000" dirty="0"/>
              <a:t>	- 2 font sizes preferred.  3 if absolutely necessary.</a:t>
            </a:r>
          </a:p>
          <a:p>
            <a:r>
              <a:rPr lang="en-US" sz="2000" dirty="0"/>
              <a:t>	- no blinking or flashing. </a:t>
            </a:r>
          </a:p>
          <a:p>
            <a:pPr marL="285750" indent="-285750">
              <a:buFont typeface="Arial" panose="020B0604020202020204" pitchFamily="34" charset="0"/>
              <a:buChar char="•"/>
            </a:pPr>
            <a:r>
              <a:rPr lang="en-US" sz="2000" dirty="0"/>
              <a:t>Visual hierarchy of information</a:t>
            </a:r>
          </a:p>
          <a:p>
            <a:pPr lvl="1"/>
            <a:r>
              <a:rPr lang="en-US" sz="2000" dirty="0"/>
              <a:t>	- use </a:t>
            </a:r>
            <a:r>
              <a:rPr lang="en-US" sz="2000" dirty="0">
                <a:solidFill>
                  <a:srgbClr val="FFFF00"/>
                </a:solidFill>
              </a:rPr>
              <a:t>color</a:t>
            </a:r>
            <a:r>
              <a:rPr lang="en-US" sz="2000" dirty="0"/>
              <a:t>, </a:t>
            </a:r>
            <a:r>
              <a:rPr lang="en-US" sz="2000" b="1" dirty="0"/>
              <a:t>bold</a:t>
            </a:r>
            <a:r>
              <a:rPr lang="en-US" sz="2000" dirty="0"/>
              <a:t>, and ALL CAPS sparingly </a:t>
            </a:r>
          </a:p>
          <a:p>
            <a:pPr lvl="1"/>
            <a:r>
              <a:rPr lang="en-US" sz="2000" dirty="0"/>
              <a:t>	- supporting details can be pushed to the background</a:t>
            </a:r>
          </a:p>
          <a:p>
            <a:endParaRPr lang="en-US" sz="2000" dirty="0"/>
          </a:p>
        </p:txBody>
      </p:sp>
      <p:sp>
        <p:nvSpPr>
          <p:cNvPr id="7" name="TextBox 6">
            <a:extLst>
              <a:ext uri="{FF2B5EF4-FFF2-40B4-BE49-F238E27FC236}">
                <a16:creationId xmlns:a16="http://schemas.microsoft.com/office/drawing/2014/main" id="{F494A07C-4CA9-AB15-9236-1BAD993E9435}"/>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a:t>
            </a:r>
            <a:r>
              <a:rPr lang="en-US" sz="900" dirty="0"/>
              <a:t>13</a:t>
            </a:r>
          </a:p>
        </p:txBody>
      </p:sp>
      <p:sp>
        <p:nvSpPr>
          <p:cNvPr id="6" name="Title 1">
            <a:extLst>
              <a:ext uri="{FF2B5EF4-FFF2-40B4-BE49-F238E27FC236}">
                <a16:creationId xmlns:a16="http://schemas.microsoft.com/office/drawing/2014/main" id="{D2D7B374-3D7D-A9A8-19A1-34F469D39190}"/>
              </a:ext>
            </a:extLst>
          </p:cNvPr>
          <p:cNvSpPr>
            <a:spLocks noGrp="1"/>
          </p:cNvSpPr>
          <p:nvPr>
            <p:ph type="title"/>
          </p:nvPr>
        </p:nvSpPr>
        <p:spPr>
          <a:xfrm>
            <a:off x="301752" y="953867"/>
            <a:ext cx="2657579" cy="2188343"/>
          </a:xfrm>
        </p:spPr>
        <p:txBody>
          <a:bodyPr>
            <a:normAutofit fontScale="90000"/>
          </a:bodyPr>
          <a:lstStyle/>
          <a:p>
            <a:r>
              <a:rPr lang="en-US" sz="4000" dirty="0">
                <a:latin typeface="Arial"/>
                <a:cs typeface="Arial"/>
              </a:rPr>
              <a:t>Affordances</a:t>
            </a:r>
            <a:br>
              <a:rPr lang="en-US" sz="2000" dirty="0">
                <a:latin typeface="Arial"/>
                <a:cs typeface="Arial"/>
              </a:rPr>
            </a:br>
            <a:br>
              <a:rPr lang="en-US" sz="2000" dirty="0">
                <a:latin typeface="Arial"/>
                <a:cs typeface="Arial"/>
              </a:rPr>
            </a:br>
            <a:r>
              <a:rPr lang="en-US" sz="2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5BC545E6-E75D-E333-B14E-2FE58819BE51}"/>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2" name="Title 1">
            <a:extLst>
              <a:ext uri="{FF2B5EF4-FFF2-40B4-BE49-F238E27FC236}">
                <a16:creationId xmlns:a16="http://schemas.microsoft.com/office/drawing/2014/main" id="{BCC3D3D6-8295-1E7B-2B66-82A3D4AA3C2D}"/>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spTree>
    <p:extLst>
      <p:ext uri="{BB962C8B-B14F-4D97-AF65-F5344CB8AC3E}">
        <p14:creationId xmlns:p14="http://schemas.microsoft.com/office/powerpoint/2010/main" val="1043816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076D6-5CC1-E08C-93CF-9A465CBAB4F8}"/>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FA1E44D5-5B08-F5ED-0E03-6BA223B5A6B5}"/>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880AFD56-A646-5BA8-B90F-02E02DB9BC5A}"/>
              </a:ext>
            </a:extLst>
          </p:cNvPr>
          <p:cNvSpPr>
            <a:spLocks noGrp="1"/>
          </p:cNvSpPr>
          <p:nvPr>
            <p:ph type="sldNum" sz="quarter" idx="16"/>
          </p:nvPr>
        </p:nvSpPr>
        <p:spPr/>
        <p:txBody>
          <a:bodyPr/>
          <a:lstStyle/>
          <a:p>
            <a:fld id="{5E0677F5-4A8A-4BF1-96BE-3BAE8FBAFE2E}" type="slidenum">
              <a:rPr lang="en-US" dirty="0"/>
              <a:t>5</a:t>
            </a:fld>
            <a:endParaRPr lang="en-US"/>
          </a:p>
        </p:txBody>
      </p:sp>
      <p:sp>
        <p:nvSpPr>
          <p:cNvPr id="7" name="TextBox 6">
            <a:extLst>
              <a:ext uri="{FF2B5EF4-FFF2-40B4-BE49-F238E27FC236}">
                <a16:creationId xmlns:a16="http://schemas.microsoft.com/office/drawing/2014/main" id="{AE058CA0-1AF9-53F6-2A61-053AC8612D04}"/>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6E008DB8-820A-546D-31D5-E505F4B22B09}"/>
              </a:ext>
            </a:extLst>
          </p:cNvPr>
          <p:cNvSpPr>
            <a:spLocks noGrp="1"/>
          </p:cNvSpPr>
          <p:nvPr>
            <p:ph type="title"/>
          </p:nvPr>
        </p:nvSpPr>
        <p:spPr>
          <a:xfrm>
            <a:off x="164756" y="770074"/>
            <a:ext cx="2697310" cy="2096814"/>
          </a:xfrm>
        </p:spPr>
        <p:txBody>
          <a:bodyPr>
            <a:normAutofit fontScale="90000"/>
          </a:bodyPr>
          <a:lstStyle/>
          <a:p>
            <a:r>
              <a:rPr lang="en-US" sz="4000" dirty="0">
                <a:latin typeface="Arial"/>
                <a:cs typeface="Arial"/>
              </a:rPr>
              <a:t>Affordances</a:t>
            </a:r>
            <a:br>
              <a:rPr lang="en-US" sz="2000" dirty="0">
                <a:latin typeface="Arial"/>
                <a:cs typeface="Arial"/>
              </a:rPr>
            </a:br>
            <a:br>
              <a:rPr lang="en-US" sz="2000" dirty="0">
                <a:latin typeface="Arial"/>
                <a:cs typeface="Arial"/>
              </a:rPr>
            </a:br>
            <a:r>
              <a:rPr lang="en-US" sz="2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8748EFC2-F3F2-59F1-D5F1-066715FFB497}"/>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pic>
        <p:nvPicPr>
          <p:cNvPr id="10" name="Picture 9">
            <a:extLst>
              <a:ext uri="{FF2B5EF4-FFF2-40B4-BE49-F238E27FC236}">
                <a16:creationId xmlns:a16="http://schemas.microsoft.com/office/drawing/2014/main" id="{E5D63532-195D-D2BF-C1F4-D2E09C727C75}"/>
              </a:ext>
            </a:extLst>
          </p:cNvPr>
          <p:cNvPicPr>
            <a:picLocks noChangeAspect="1"/>
          </p:cNvPicPr>
          <p:nvPr/>
        </p:nvPicPr>
        <p:blipFill>
          <a:blip r:embed="rId2"/>
          <a:stretch>
            <a:fillRect/>
          </a:stretch>
        </p:blipFill>
        <p:spPr>
          <a:xfrm>
            <a:off x="1958327" y="1525239"/>
            <a:ext cx="4529718" cy="5153892"/>
          </a:xfrm>
          <a:prstGeom prst="rect">
            <a:avLst/>
          </a:prstGeom>
        </p:spPr>
      </p:pic>
      <p:pic>
        <p:nvPicPr>
          <p:cNvPr id="11" name="Picture 10">
            <a:extLst>
              <a:ext uri="{FF2B5EF4-FFF2-40B4-BE49-F238E27FC236}">
                <a16:creationId xmlns:a16="http://schemas.microsoft.com/office/drawing/2014/main" id="{0EDE15AE-C16D-42A4-898B-D0A463A18EDF}"/>
              </a:ext>
            </a:extLst>
          </p:cNvPr>
          <p:cNvPicPr>
            <a:picLocks noChangeAspect="1"/>
          </p:cNvPicPr>
          <p:nvPr/>
        </p:nvPicPr>
        <p:blipFill>
          <a:blip r:embed="rId3"/>
          <a:stretch>
            <a:fillRect/>
          </a:stretch>
        </p:blipFill>
        <p:spPr>
          <a:xfrm>
            <a:off x="7096606" y="1525240"/>
            <a:ext cx="4623473" cy="5153891"/>
          </a:xfrm>
          <a:prstGeom prst="rect">
            <a:avLst/>
          </a:prstGeom>
        </p:spPr>
      </p:pic>
      <p:sp>
        <p:nvSpPr>
          <p:cNvPr id="12" name="Title 1">
            <a:extLst>
              <a:ext uri="{FF2B5EF4-FFF2-40B4-BE49-F238E27FC236}">
                <a16:creationId xmlns:a16="http://schemas.microsoft.com/office/drawing/2014/main" id="{877D2B68-8D57-3814-E28A-5C9BBE2B0868}"/>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spTree>
    <p:extLst>
      <p:ext uri="{BB962C8B-B14F-4D97-AF65-F5344CB8AC3E}">
        <p14:creationId xmlns:p14="http://schemas.microsoft.com/office/powerpoint/2010/main" val="2226148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DE65C-C20E-A297-4B67-8FBE643C5887}"/>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032D7DC8-C99F-033D-E9CE-6AD9D3627885}"/>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4BEAB9FE-DC9F-02B2-9A90-4D6655F13A60}"/>
              </a:ext>
            </a:extLst>
          </p:cNvPr>
          <p:cNvSpPr>
            <a:spLocks noGrp="1"/>
          </p:cNvSpPr>
          <p:nvPr>
            <p:ph type="sldNum" sz="quarter" idx="16"/>
          </p:nvPr>
        </p:nvSpPr>
        <p:spPr/>
        <p:txBody>
          <a:bodyPr/>
          <a:lstStyle/>
          <a:p>
            <a:fld id="{5E0677F5-4A8A-4BF1-96BE-3BAE8FBAFE2E}" type="slidenum">
              <a:rPr lang="en-US" dirty="0"/>
              <a:t>6</a:t>
            </a:fld>
            <a:endParaRPr lang="en-US"/>
          </a:p>
        </p:txBody>
      </p:sp>
      <p:sp>
        <p:nvSpPr>
          <p:cNvPr id="7" name="TextBox 6">
            <a:extLst>
              <a:ext uri="{FF2B5EF4-FFF2-40B4-BE49-F238E27FC236}">
                <a16:creationId xmlns:a16="http://schemas.microsoft.com/office/drawing/2014/main" id="{C98DDA0B-FDBC-EA8C-BC9E-78A901469D99}"/>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FADB77E2-EBF9-D240-065E-86A5FDAC63D7}"/>
              </a:ext>
            </a:extLst>
          </p:cNvPr>
          <p:cNvSpPr>
            <a:spLocks noGrp="1"/>
          </p:cNvSpPr>
          <p:nvPr>
            <p:ph type="title"/>
          </p:nvPr>
        </p:nvSpPr>
        <p:spPr>
          <a:xfrm>
            <a:off x="164756" y="770074"/>
            <a:ext cx="2697310" cy="2096814"/>
          </a:xfrm>
        </p:spPr>
        <p:txBody>
          <a:bodyPr>
            <a:normAutofit fontScale="90000"/>
          </a:bodyPr>
          <a:lstStyle/>
          <a:p>
            <a:r>
              <a:rPr lang="en-US" sz="4000" dirty="0">
                <a:latin typeface="Arial"/>
                <a:cs typeface="Arial"/>
              </a:rPr>
              <a:t>Affordances</a:t>
            </a:r>
            <a:br>
              <a:rPr lang="en-US" sz="2000" dirty="0">
                <a:latin typeface="Arial"/>
                <a:cs typeface="Arial"/>
              </a:rPr>
            </a:br>
            <a:br>
              <a:rPr lang="en-US" sz="2000" dirty="0">
                <a:latin typeface="Arial"/>
                <a:cs typeface="Arial"/>
              </a:rPr>
            </a:br>
            <a:r>
              <a:rPr lang="en-US" sz="2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3A3FAF0E-EB48-7701-7E89-2789FEE98E8B}"/>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pic>
        <p:nvPicPr>
          <p:cNvPr id="11" name="Picture 10">
            <a:extLst>
              <a:ext uri="{FF2B5EF4-FFF2-40B4-BE49-F238E27FC236}">
                <a16:creationId xmlns:a16="http://schemas.microsoft.com/office/drawing/2014/main" id="{0F70D463-AB54-FBED-891D-F4B9633231F8}"/>
              </a:ext>
            </a:extLst>
          </p:cNvPr>
          <p:cNvPicPr>
            <a:picLocks noChangeAspect="1"/>
          </p:cNvPicPr>
          <p:nvPr/>
        </p:nvPicPr>
        <p:blipFill>
          <a:blip r:embed="rId2"/>
          <a:stretch>
            <a:fillRect/>
          </a:stretch>
        </p:blipFill>
        <p:spPr>
          <a:xfrm>
            <a:off x="2061040" y="1481540"/>
            <a:ext cx="4623473" cy="5153891"/>
          </a:xfrm>
          <a:prstGeom prst="rect">
            <a:avLst/>
          </a:prstGeom>
        </p:spPr>
      </p:pic>
      <p:sp>
        <p:nvSpPr>
          <p:cNvPr id="12" name="Title 1">
            <a:extLst>
              <a:ext uri="{FF2B5EF4-FFF2-40B4-BE49-F238E27FC236}">
                <a16:creationId xmlns:a16="http://schemas.microsoft.com/office/drawing/2014/main" id="{F7521B73-EFB1-C876-211D-4C0FA25844D6}"/>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1800" dirty="0">
                <a:solidFill>
                  <a:srgbClr val="F2F2F2"/>
                </a:solidFill>
                <a:latin typeface="Arial"/>
                <a:cs typeface="Arial"/>
              </a:rPr>
              <a:t>Cole Chapter 5                      </a:t>
            </a:r>
            <a:endParaRPr lang="en-US" sz="1800" dirty="0"/>
          </a:p>
        </p:txBody>
      </p:sp>
      <p:pic>
        <p:nvPicPr>
          <p:cNvPr id="2" name="Picture 1">
            <a:extLst>
              <a:ext uri="{FF2B5EF4-FFF2-40B4-BE49-F238E27FC236}">
                <a16:creationId xmlns:a16="http://schemas.microsoft.com/office/drawing/2014/main" id="{153C8D30-D007-D686-C49A-3010AE0945B9}"/>
              </a:ext>
            </a:extLst>
          </p:cNvPr>
          <p:cNvPicPr>
            <a:picLocks noChangeAspect="1"/>
          </p:cNvPicPr>
          <p:nvPr/>
        </p:nvPicPr>
        <p:blipFill>
          <a:blip r:embed="rId3"/>
          <a:stretch>
            <a:fillRect/>
          </a:stretch>
        </p:blipFill>
        <p:spPr>
          <a:xfrm>
            <a:off x="7012169" y="1481539"/>
            <a:ext cx="4828284" cy="5153891"/>
          </a:xfrm>
          <a:prstGeom prst="rect">
            <a:avLst/>
          </a:prstGeom>
        </p:spPr>
      </p:pic>
    </p:spTree>
    <p:extLst>
      <p:ext uri="{BB962C8B-B14F-4D97-AF65-F5344CB8AC3E}">
        <p14:creationId xmlns:p14="http://schemas.microsoft.com/office/powerpoint/2010/main" val="1637330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71FC857-9EA6-6E76-D58C-10204D6A5AE5}"/>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7CE3C2E9-162A-020D-7C17-F065A0631542}"/>
              </a:ext>
            </a:extLst>
          </p:cNvPr>
          <p:cNvSpPr>
            <a:spLocks noGrp="1"/>
          </p:cNvSpPr>
          <p:nvPr>
            <p:ph type="sldNum" sz="quarter" idx="16"/>
          </p:nvPr>
        </p:nvSpPr>
        <p:spPr/>
        <p:txBody>
          <a:bodyPr/>
          <a:lstStyle/>
          <a:p>
            <a:fld id="{5E0677F5-4A8A-4BF1-96BE-3BAE8FBAFE2E}" type="slidenum">
              <a:rPr lang="en-US" dirty="0"/>
              <a:t>7</a:t>
            </a:fld>
            <a:endParaRPr lang="en-US"/>
          </a:p>
        </p:txBody>
      </p:sp>
      <p:sp>
        <p:nvSpPr>
          <p:cNvPr id="5" name="Content Placeholder 4">
            <a:extLst>
              <a:ext uri="{FF2B5EF4-FFF2-40B4-BE49-F238E27FC236}">
                <a16:creationId xmlns:a16="http://schemas.microsoft.com/office/drawing/2014/main" id="{7EC5BC0C-0994-26C8-1AE8-43DB564131EB}"/>
              </a:ext>
            </a:extLst>
          </p:cNvPr>
          <p:cNvSpPr>
            <a:spLocks noGrp="1"/>
          </p:cNvSpPr>
          <p:nvPr>
            <p:ph sz="quarter" idx="13"/>
          </p:nvPr>
        </p:nvSpPr>
        <p:spPr>
          <a:xfrm>
            <a:off x="3741490" y="947956"/>
            <a:ext cx="8239173" cy="5910044"/>
          </a:xfrm>
        </p:spPr>
        <p:txBody>
          <a:bodyPr>
            <a:normAutofit/>
          </a:bodyPr>
          <a:lstStyle/>
          <a:p>
            <a:pPr marL="285750" indent="-285750">
              <a:buFont typeface="Arial" panose="020B0604020202020204" pitchFamily="34" charset="0"/>
              <a:buChar char="•"/>
            </a:pPr>
            <a:r>
              <a:rPr lang="en-US" sz="2000" dirty="0"/>
              <a:t>Diverse abilities</a:t>
            </a:r>
          </a:p>
          <a:p>
            <a:pPr marL="285750" indent="-285750">
              <a:buFont typeface="Arial" panose="020B0604020202020204" pitchFamily="34" charset="0"/>
              <a:buChar char="•"/>
            </a:pPr>
            <a:r>
              <a:rPr lang="en-US" sz="2000" dirty="0"/>
              <a:t>Different educational backgrounds and technical skills</a:t>
            </a:r>
          </a:p>
          <a:p>
            <a:pPr marL="285750" indent="-285750">
              <a:buFont typeface="Arial" panose="020B0604020202020204" pitchFamily="34" charset="0"/>
              <a:buChar char="•"/>
            </a:pPr>
            <a:r>
              <a:rPr lang="en-US" sz="2000" dirty="0"/>
              <a:t>Audience</a:t>
            </a:r>
          </a:p>
          <a:p>
            <a:pPr marL="285750" indent="-285750">
              <a:buFont typeface="Arial" panose="020B0604020202020204" pitchFamily="34" charset="0"/>
              <a:buChar char="•"/>
            </a:pPr>
            <a:r>
              <a:rPr lang="en-US" sz="2000" dirty="0"/>
              <a:t>Take into account the needs of the user</a:t>
            </a:r>
          </a:p>
          <a:p>
            <a:pPr marL="285750" indent="-285750">
              <a:buFont typeface="Arial" panose="020B0604020202020204" pitchFamily="34" charset="0"/>
              <a:buChar char="•"/>
            </a:pPr>
            <a:r>
              <a:rPr lang="en-US" sz="2000" dirty="0"/>
              <a:t>Don’t overcomplicate</a:t>
            </a:r>
          </a:p>
          <a:p>
            <a:pPr marL="285750" indent="-285750">
              <a:buFont typeface="Arial" panose="020B0604020202020204" pitchFamily="34" charset="0"/>
              <a:buChar char="•"/>
            </a:pPr>
            <a:r>
              <a:rPr lang="en-US" sz="2000" dirty="0"/>
              <a:t>Use text to label, introduce, explain, reinforce, highlight, recommend, tell a story.</a:t>
            </a:r>
          </a:p>
          <a:p>
            <a:endParaRPr lang="en-US" sz="2000" dirty="0"/>
          </a:p>
          <a:p>
            <a:r>
              <a:rPr lang="en-US" sz="2000" dirty="0"/>
              <a:t>	“ Don’t assume that two different people looking at the same data 	visualization will draw the same conclusion.  If there is a 	conclusion you want your audience to reach, state it in words.”</a:t>
            </a:r>
          </a:p>
          <a:p>
            <a:r>
              <a:rPr lang="en-US" sz="2000" dirty="0"/>
              <a:t>						— Cole Knaflic</a:t>
            </a:r>
          </a:p>
          <a:p>
            <a:endParaRPr lang="en-US" dirty="0"/>
          </a:p>
          <a:p>
            <a:endParaRPr lang="en-US" dirty="0"/>
          </a:p>
          <a:p>
            <a:pPr marL="285750" indent="-285750">
              <a:buFont typeface="Arial" panose="020B0604020202020204" pitchFamily="34" charset="0"/>
              <a:buChar char="•"/>
            </a:pPr>
            <a:endParaRPr lang="en-US" dirty="0"/>
          </a:p>
        </p:txBody>
      </p:sp>
      <p:sp>
        <p:nvSpPr>
          <p:cNvPr id="7" name="TextBox 6">
            <a:extLst>
              <a:ext uri="{FF2B5EF4-FFF2-40B4-BE49-F238E27FC236}">
                <a16:creationId xmlns:a16="http://schemas.microsoft.com/office/drawing/2014/main" id="{63C3A5E4-352A-CFD5-971A-212FC49F1176}"/>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6F937B8A-DE36-DBCA-AFDA-4BCACBB9C3BB}"/>
              </a:ext>
            </a:extLst>
          </p:cNvPr>
          <p:cNvSpPr>
            <a:spLocks noGrp="1"/>
          </p:cNvSpPr>
          <p:nvPr>
            <p:ph type="title"/>
          </p:nvPr>
        </p:nvSpPr>
        <p:spPr>
          <a:xfrm>
            <a:off x="211337" y="869738"/>
            <a:ext cx="2939186" cy="2096814"/>
          </a:xfrm>
        </p:spPr>
        <p:txBody>
          <a:bodyPr>
            <a:normAutofit fontScale="90000"/>
          </a:bodyPr>
          <a:lstStyle/>
          <a:p>
            <a:r>
              <a:rPr lang="en-US" sz="2000" dirty="0">
                <a:latin typeface="Arial"/>
                <a:cs typeface="Arial"/>
              </a:rPr>
              <a:t>Affordances</a:t>
            </a:r>
            <a:br>
              <a:rPr lang="en-US" sz="2000" dirty="0">
                <a:latin typeface="Arial"/>
                <a:cs typeface="Arial"/>
              </a:rPr>
            </a:br>
            <a:br>
              <a:rPr lang="en-US" sz="2000" dirty="0">
                <a:latin typeface="Arial"/>
                <a:cs typeface="Arial"/>
              </a:rPr>
            </a:br>
            <a:r>
              <a:rPr lang="en-US" sz="4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A43A9FB9-46D5-8596-90AF-B85AB93F8D62}"/>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301E3BF2-7F92-C21D-2C51-C7034219E8C2}"/>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1800" dirty="0">
                <a:solidFill>
                  <a:srgbClr val="F2F2F2"/>
                </a:solidFill>
                <a:latin typeface="Arial"/>
                <a:cs typeface="Arial"/>
              </a:rPr>
              <a:t>Cole Chapter 5                      </a:t>
            </a:r>
            <a:endParaRPr lang="en-US" sz="1800" dirty="0"/>
          </a:p>
        </p:txBody>
      </p:sp>
    </p:spTree>
    <p:extLst>
      <p:ext uri="{BB962C8B-B14F-4D97-AF65-F5344CB8AC3E}">
        <p14:creationId xmlns:p14="http://schemas.microsoft.com/office/powerpoint/2010/main" val="190531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C7AF1-D95E-D86E-D08F-A2722CBD6D90}"/>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D14A73B2-6902-E437-F21E-7F08B37DEF00}"/>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F18777D0-AEA0-3FA1-1389-83A5FF02E84D}"/>
              </a:ext>
            </a:extLst>
          </p:cNvPr>
          <p:cNvSpPr>
            <a:spLocks noGrp="1"/>
          </p:cNvSpPr>
          <p:nvPr>
            <p:ph type="sldNum" sz="quarter" idx="16"/>
          </p:nvPr>
        </p:nvSpPr>
        <p:spPr/>
        <p:txBody>
          <a:bodyPr/>
          <a:lstStyle/>
          <a:p>
            <a:fld id="{5E0677F5-4A8A-4BF1-96BE-3BAE8FBAFE2E}" type="slidenum">
              <a:rPr lang="en-US" dirty="0"/>
              <a:t>8</a:t>
            </a:fld>
            <a:endParaRPr lang="en-US"/>
          </a:p>
        </p:txBody>
      </p:sp>
      <p:sp>
        <p:nvSpPr>
          <p:cNvPr id="7" name="TextBox 6">
            <a:extLst>
              <a:ext uri="{FF2B5EF4-FFF2-40B4-BE49-F238E27FC236}">
                <a16:creationId xmlns:a16="http://schemas.microsoft.com/office/drawing/2014/main" id="{6726AC10-643C-AA03-AFE2-6AF0597B6CB9}"/>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379727D7-BBA3-21E8-C8F3-442E25711F87}"/>
              </a:ext>
            </a:extLst>
          </p:cNvPr>
          <p:cNvSpPr>
            <a:spLocks noGrp="1"/>
          </p:cNvSpPr>
          <p:nvPr>
            <p:ph type="title"/>
          </p:nvPr>
        </p:nvSpPr>
        <p:spPr>
          <a:xfrm>
            <a:off x="211337" y="869738"/>
            <a:ext cx="2939186" cy="2096814"/>
          </a:xfrm>
        </p:spPr>
        <p:txBody>
          <a:bodyPr>
            <a:normAutofit fontScale="90000"/>
          </a:bodyPr>
          <a:lstStyle/>
          <a:p>
            <a:r>
              <a:rPr lang="en-US" sz="2000" dirty="0">
                <a:latin typeface="Arial"/>
                <a:cs typeface="Arial"/>
              </a:rPr>
              <a:t>Affordances</a:t>
            </a:r>
            <a:br>
              <a:rPr lang="en-US" sz="2000" dirty="0">
                <a:latin typeface="Arial"/>
                <a:cs typeface="Arial"/>
              </a:rPr>
            </a:br>
            <a:br>
              <a:rPr lang="en-US" sz="2000" dirty="0">
                <a:latin typeface="Arial"/>
                <a:cs typeface="Arial"/>
              </a:rPr>
            </a:br>
            <a:r>
              <a:rPr lang="en-US" sz="4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3E180728-DD0E-63FD-567D-88647518269C}"/>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8D234A99-6D95-4AB6-816B-A926FFF07514}"/>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pic>
        <p:nvPicPr>
          <p:cNvPr id="11" name="Picture 10">
            <a:extLst>
              <a:ext uri="{FF2B5EF4-FFF2-40B4-BE49-F238E27FC236}">
                <a16:creationId xmlns:a16="http://schemas.microsoft.com/office/drawing/2014/main" id="{58156050-CA3D-EAF1-8172-AC684AA1BB3B}"/>
              </a:ext>
            </a:extLst>
          </p:cNvPr>
          <p:cNvPicPr>
            <a:picLocks noChangeAspect="1"/>
          </p:cNvPicPr>
          <p:nvPr/>
        </p:nvPicPr>
        <p:blipFill>
          <a:blip r:embed="rId3"/>
          <a:stretch>
            <a:fillRect/>
          </a:stretch>
        </p:blipFill>
        <p:spPr>
          <a:xfrm>
            <a:off x="4403304" y="869738"/>
            <a:ext cx="7316775" cy="5840456"/>
          </a:xfrm>
          <a:prstGeom prst="rect">
            <a:avLst/>
          </a:prstGeom>
        </p:spPr>
      </p:pic>
    </p:spTree>
    <p:extLst>
      <p:ext uri="{BB962C8B-B14F-4D97-AF65-F5344CB8AC3E}">
        <p14:creationId xmlns:p14="http://schemas.microsoft.com/office/powerpoint/2010/main" val="7249563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C4B36-9B00-D17D-3D11-D3EC6B41A54E}"/>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D3A3FC5D-38A7-6106-D99B-E377EAAB508F}"/>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338E1671-51C7-C5B3-CDEE-1655EF8B3891}"/>
              </a:ext>
            </a:extLst>
          </p:cNvPr>
          <p:cNvSpPr>
            <a:spLocks noGrp="1"/>
          </p:cNvSpPr>
          <p:nvPr>
            <p:ph type="sldNum" sz="quarter" idx="16"/>
          </p:nvPr>
        </p:nvSpPr>
        <p:spPr/>
        <p:txBody>
          <a:bodyPr/>
          <a:lstStyle/>
          <a:p>
            <a:fld id="{5E0677F5-4A8A-4BF1-96BE-3BAE8FBAFE2E}" type="slidenum">
              <a:rPr lang="en-US" dirty="0"/>
              <a:t>9</a:t>
            </a:fld>
            <a:endParaRPr lang="en-US"/>
          </a:p>
        </p:txBody>
      </p:sp>
      <p:sp>
        <p:nvSpPr>
          <p:cNvPr id="7" name="TextBox 6">
            <a:extLst>
              <a:ext uri="{FF2B5EF4-FFF2-40B4-BE49-F238E27FC236}">
                <a16:creationId xmlns:a16="http://schemas.microsoft.com/office/drawing/2014/main" id="{84000C52-9685-6BBB-2FEA-B906EDF58E0B}"/>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C748431A-A4A5-6CFA-9D41-04577CB28023}"/>
              </a:ext>
            </a:extLst>
          </p:cNvPr>
          <p:cNvSpPr>
            <a:spLocks noGrp="1"/>
          </p:cNvSpPr>
          <p:nvPr>
            <p:ph type="title"/>
          </p:nvPr>
        </p:nvSpPr>
        <p:spPr>
          <a:xfrm>
            <a:off x="211337" y="869738"/>
            <a:ext cx="2939186" cy="2096814"/>
          </a:xfrm>
        </p:spPr>
        <p:txBody>
          <a:bodyPr>
            <a:normAutofit fontScale="90000"/>
          </a:bodyPr>
          <a:lstStyle/>
          <a:p>
            <a:r>
              <a:rPr lang="en-US" sz="2000" dirty="0">
                <a:latin typeface="Arial"/>
                <a:cs typeface="Arial"/>
              </a:rPr>
              <a:t>Affordances</a:t>
            </a:r>
            <a:br>
              <a:rPr lang="en-US" sz="2000" dirty="0">
                <a:latin typeface="Arial"/>
                <a:cs typeface="Arial"/>
              </a:rPr>
            </a:br>
            <a:br>
              <a:rPr lang="en-US" sz="2000" dirty="0">
                <a:latin typeface="Arial"/>
                <a:cs typeface="Arial"/>
              </a:rPr>
            </a:br>
            <a:r>
              <a:rPr lang="en-US" sz="4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50DC1195-0309-3E49-0AFD-EF57C13F15EA}"/>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123AFBDA-99A7-7B72-CF40-905E85DD1D51}"/>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pic>
        <p:nvPicPr>
          <p:cNvPr id="2" name="Picture 1">
            <a:extLst>
              <a:ext uri="{FF2B5EF4-FFF2-40B4-BE49-F238E27FC236}">
                <a16:creationId xmlns:a16="http://schemas.microsoft.com/office/drawing/2014/main" id="{C44D6088-A9CF-9A2E-DA70-0448707536A2}"/>
              </a:ext>
            </a:extLst>
          </p:cNvPr>
          <p:cNvPicPr>
            <a:picLocks noChangeAspect="1"/>
          </p:cNvPicPr>
          <p:nvPr/>
        </p:nvPicPr>
        <p:blipFill>
          <a:blip r:embed="rId3"/>
          <a:stretch>
            <a:fillRect/>
          </a:stretch>
        </p:blipFill>
        <p:spPr>
          <a:xfrm>
            <a:off x="3770153" y="1627786"/>
            <a:ext cx="7772400" cy="4424548"/>
          </a:xfrm>
          <a:prstGeom prst="rect">
            <a:avLst/>
          </a:prstGeom>
        </p:spPr>
      </p:pic>
    </p:spTree>
    <p:extLst>
      <p:ext uri="{BB962C8B-B14F-4D97-AF65-F5344CB8AC3E}">
        <p14:creationId xmlns:p14="http://schemas.microsoft.com/office/powerpoint/2010/main" val="16258137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9A4ED-4C1F-7643-12B7-9B8DB8BDF981}"/>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DCF562BA-0B60-4860-2684-8B711C71EC06}"/>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B9B36011-6662-B612-B011-9B396D7C14AB}"/>
              </a:ext>
            </a:extLst>
          </p:cNvPr>
          <p:cNvSpPr>
            <a:spLocks noGrp="1"/>
          </p:cNvSpPr>
          <p:nvPr>
            <p:ph type="sldNum" sz="quarter" idx="16"/>
          </p:nvPr>
        </p:nvSpPr>
        <p:spPr/>
        <p:txBody>
          <a:bodyPr/>
          <a:lstStyle/>
          <a:p>
            <a:fld id="{5E0677F5-4A8A-4BF1-96BE-3BAE8FBAFE2E}" type="slidenum">
              <a:rPr lang="en-US" dirty="0"/>
              <a:t>10</a:t>
            </a:fld>
            <a:endParaRPr lang="en-US"/>
          </a:p>
        </p:txBody>
      </p:sp>
      <p:sp>
        <p:nvSpPr>
          <p:cNvPr id="7" name="TextBox 6">
            <a:extLst>
              <a:ext uri="{FF2B5EF4-FFF2-40B4-BE49-F238E27FC236}">
                <a16:creationId xmlns:a16="http://schemas.microsoft.com/office/drawing/2014/main" id="{05294F00-ADDD-5C6D-45F8-0469C3B88098}"/>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E57DCEE2-B8D7-C7AE-09AD-5853035671A8}"/>
              </a:ext>
            </a:extLst>
          </p:cNvPr>
          <p:cNvSpPr>
            <a:spLocks noGrp="1"/>
          </p:cNvSpPr>
          <p:nvPr>
            <p:ph type="title"/>
          </p:nvPr>
        </p:nvSpPr>
        <p:spPr>
          <a:xfrm>
            <a:off x="211337" y="869738"/>
            <a:ext cx="2939186" cy="2096814"/>
          </a:xfrm>
        </p:spPr>
        <p:txBody>
          <a:bodyPr>
            <a:normAutofit fontScale="90000"/>
          </a:bodyPr>
          <a:lstStyle/>
          <a:p>
            <a:r>
              <a:rPr lang="en-US" sz="2000" dirty="0">
                <a:latin typeface="Arial"/>
                <a:cs typeface="Arial"/>
              </a:rPr>
              <a:t>Affordances</a:t>
            </a:r>
            <a:br>
              <a:rPr lang="en-US" sz="2000" dirty="0">
                <a:latin typeface="Arial"/>
                <a:cs typeface="Arial"/>
              </a:rPr>
            </a:br>
            <a:br>
              <a:rPr lang="en-US" sz="2000" dirty="0">
                <a:latin typeface="Arial"/>
                <a:cs typeface="Arial"/>
              </a:rPr>
            </a:br>
            <a:r>
              <a:rPr lang="en-US" sz="4000" dirty="0">
                <a:latin typeface="Arial"/>
                <a:cs typeface="Arial"/>
              </a:rPr>
              <a:t>Accessibility</a:t>
            </a:r>
            <a:br>
              <a:rPr lang="en-US" sz="2000" dirty="0">
                <a:latin typeface="Arial"/>
                <a:cs typeface="Arial"/>
              </a:rPr>
            </a:br>
            <a:br>
              <a:rPr lang="en-US" sz="2000" dirty="0"/>
            </a:br>
            <a:r>
              <a:rPr lang="en-US" sz="2000" dirty="0">
                <a:latin typeface="Arial"/>
                <a:cs typeface="Arial"/>
              </a:rPr>
              <a:t>Aesthetics</a:t>
            </a:r>
            <a:br>
              <a:rPr lang="en-US" sz="2000" dirty="0">
                <a:latin typeface="Arial"/>
                <a:cs typeface="Arial"/>
              </a:rPr>
            </a:br>
            <a:br>
              <a:rPr lang="en-US" sz="2000" dirty="0"/>
            </a:br>
            <a:r>
              <a:rPr lang="en-US" sz="20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E5808F31-8278-659D-B30B-9B5CB74D2755}"/>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D704C17B-EDA2-E890-E2B4-CD1589366249}"/>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2100" dirty="0">
                <a:solidFill>
                  <a:srgbClr val="F2F2F2"/>
                </a:solidFill>
                <a:latin typeface="Arial"/>
                <a:cs typeface="Arial"/>
              </a:rPr>
              <a:t>Cole Chapter 5                      </a:t>
            </a:r>
            <a:endParaRPr lang="en-US" sz="2100" dirty="0"/>
          </a:p>
        </p:txBody>
      </p:sp>
      <p:pic>
        <p:nvPicPr>
          <p:cNvPr id="2" name="Picture 1">
            <a:extLst>
              <a:ext uri="{FF2B5EF4-FFF2-40B4-BE49-F238E27FC236}">
                <a16:creationId xmlns:a16="http://schemas.microsoft.com/office/drawing/2014/main" id="{8CBC268E-BE73-6CB7-D0B2-9CD3E766CB2A}"/>
              </a:ext>
            </a:extLst>
          </p:cNvPr>
          <p:cNvPicPr>
            <a:picLocks noChangeAspect="1"/>
          </p:cNvPicPr>
          <p:nvPr/>
        </p:nvPicPr>
        <p:blipFill>
          <a:blip r:embed="rId3"/>
          <a:stretch>
            <a:fillRect/>
          </a:stretch>
        </p:blipFill>
        <p:spPr>
          <a:xfrm>
            <a:off x="3947679" y="933123"/>
            <a:ext cx="7772400" cy="5654135"/>
          </a:xfrm>
          <a:prstGeom prst="rect">
            <a:avLst/>
          </a:prstGeom>
        </p:spPr>
      </p:pic>
    </p:spTree>
    <p:extLst>
      <p:ext uri="{BB962C8B-B14F-4D97-AF65-F5344CB8AC3E}">
        <p14:creationId xmlns:p14="http://schemas.microsoft.com/office/powerpoint/2010/main" val="21669733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F9734-400F-F59B-CB0D-93B2123E1D0D}"/>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CEE9E0CA-0041-FF9E-A57C-3743B47280B8}"/>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CFDA39A5-6D4B-D3D4-575B-41692B367887}"/>
              </a:ext>
            </a:extLst>
          </p:cNvPr>
          <p:cNvSpPr>
            <a:spLocks noGrp="1"/>
          </p:cNvSpPr>
          <p:nvPr>
            <p:ph type="sldNum" sz="quarter" idx="16"/>
          </p:nvPr>
        </p:nvSpPr>
        <p:spPr/>
        <p:txBody>
          <a:bodyPr/>
          <a:lstStyle/>
          <a:p>
            <a:fld id="{5E0677F5-4A8A-4BF1-96BE-3BAE8FBAFE2E}" type="slidenum">
              <a:rPr lang="en-US" dirty="0"/>
              <a:t>11</a:t>
            </a:fld>
            <a:endParaRPr lang="en-US"/>
          </a:p>
        </p:txBody>
      </p:sp>
      <p:sp>
        <p:nvSpPr>
          <p:cNvPr id="5" name="Content Placeholder 4">
            <a:extLst>
              <a:ext uri="{FF2B5EF4-FFF2-40B4-BE49-F238E27FC236}">
                <a16:creationId xmlns:a16="http://schemas.microsoft.com/office/drawing/2014/main" id="{FD190920-C6D3-C32D-ECEF-11D140558E39}"/>
              </a:ext>
            </a:extLst>
          </p:cNvPr>
          <p:cNvSpPr>
            <a:spLocks noGrp="1"/>
          </p:cNvSpPr>
          <p:nvPr>
            <p:ph sz="quarter" idx="13"/>
          </p:nvPr>
        </p:nvSpPr>
        <p:spPr>
          <a:xfrm>
            <a:off x="4003164" y="869738"/>
            <a:ext cx="7667889" cy="5910044"/>
          </a:xfrm>
        </p:spPr>
        <p:txBody>
          <a:bodyPr>
            <a:normAutofit/>
          </a:bodyPr>
          <a:lstStyle/>
          <a:p>
            <a:r>
              <a:rPr lang="en-US" sz="2000" dirty="0"/>
              <a:t>Make it pretty</a:t>
            </a:r>
          </a:p>
          <a:p>
            <a:r>
              <a:rPr lang="en-US" sz="2000" dirty="0"/>
              <a:t>“Studies have shown that more aesthetic designs are not only perceived as easier to use, but also more readily accepted and used over time, promote creative thinking and problem solving, and foster positive relationships, making people more tolerant of problems with designs.”</a:t>
            </a:r>
          </a:p>
          <a:p>
            <a:r>
              <a:rPr lang="en-US" sz="2000" dirty="0"/>
              <a:t>						— Cole Knaflic</a:t>
            </a:r>
          </a:p>
          <a:p>
            <a:endParaRPr lang="en-US" sz="2000" dirty="0"/>
          </a:p>
          <a:p>
            <a:pPr marL="342900" indent="-342900">
              <a:buFont typeface="Arial" panose="020B0604020202020204" pitchFamily="34" charset="0"/>
              <a:buChar char="•"/>
            </a:pPr>
            <a:r>
              <a:rPr lang="en-US" sz="2000" dirty="0"/>
              <a:t>Use color sparingly and strategically to highlight</a:t>
            </a:r>
          </a:p>
          <a:p>
            <a:pPr marL="342900" indent="-342900">
              <a:buFont typeface="Arial" panose="020B0604020202020204" pitchFamily="34" charset="0"/>
              <a:buChar char="•"/>
            </a:pPr>
            <a:r>
              <a:rPr lang="en-US" sz="2000" dirty="0"/>
              <a:t>Alignment</a:t>
            </a:r>
          </a:p>
          <a:p>
            <a:pPr marL="342900" indent="-342900">
              <a:buFont typeface="Arial" panose="020B0604020202020204" pitchFamily="34" charset="0"/>
              <a:buChar char="•"/>
            </a:pPr>
            <a:r>
              <a:rPr lang="en-US" sz="2000" dirty="0"/>
              <a:t>Leverage white space</a:t>
            </a:r>
          </a:p>
          <a:p>
            <a:endParaRPr lang="en-US" dirty="0"/>
          </a:p>
          <a:p>
            <a:endParaRPr lang="en-US" sz="2000" dirty="0"/>
          </a:p>
          <a:p>
            <a:endParaRPr lang="en-US" dirty="0"/>
          </a:p>
          <a:p>
            <a:endParaRPr lang="en-US" dirty="0"/>
          </a:p>
          <a:p>
            <a:pPr marL="285750" indent="-285750">
              <a:buFont typeface="Arial" panose="020B0604020202020204" pitchFamily="34" charset="0"/>
              <a:buChar char="•"/>
            </a:pPr>
            <a:endParaRPr lang="en-US" dirty="0"/>
          </a:p>
        </p:txBody>
      </p:sp>
      <p:sp>
        <p:nvSpPr>
          <p:cNvPr id="7" name="TextBox 6">
            <a:extLst>
              <a:ext uri="{FF2B5EF4-FFF2-40B4-BE49-F238E27FC236}">
                <a16:creationId xmlns:a16="http://schemas.microsoft.com/office/drawing/2014/main" id="{BB0B4C4F-46F3-C2C4-7672-1A0A9CABD4E3}"/>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A6B93749-4C29-EF74-A309-A4C43BEC1C5E}"/>
              </a:ext>
            </a:extLst>
          </p:cNvPr>
          <p:cNvSpPr>
            <a:spLocks noGrp="1"/>
          </p:cNvSpPr>
          <p:nvPr>
            <p:ph type="title"/>
          </p:nvPr>
        </p:nvSpPr>
        <p:spPr>
          <a:xfrm>
            <a:off x="211337" y="869738"/>
            <a:ext cx="2939186" cy="2096814"/>
          </a:xfrm>
        </p:spPr>
        <p:txBody>
          <a:bodyPr>
            <a:normAutofit fontScale="90000"/>
          </a:bodyPr>
          <a:lstStyle/>
          <a:p>
            <a:r>
              <a:rPr lang="en-US" sz="2200" dirty="0">
                <a:latin typeface="Arial"/>
                <a:cs typeface="Arial"/>
              </a:rPr>
              <a:t>Affordances</a:t>
            </a:r>
            <a:br>
              <a:rPr lang="en-US" sz="2200" dirty="0">
                <a:latin typeface="Arial"/>
                <a:cs typeface="Arial"/>
              </a:rPr>
            </a:br>
            <a:br>
              <a:rPr lang="en-US" sz="2200" dirty="0">
                <a:latin typeface="Arial"/>
                <a:cs typeface="Arial"/>
              </a:rPr>
            </a:br>
            <a:r>
              <a:rPr lang="en-US" sz="2200" dirty="0">
                <a:latin typeface="Arial"/>
                <a:cs typeface="Arial"/>
              </a:rPr>
              <a:t>Accessibility</a:t>
            </a:r>
            <a:br>
              <a:rPr lang="en-US" sz="2000" dirty="0">
                <a:latin typeface="Arial"/>
                <a:cs typeface="Arial"/>
              </a:rPr>
            </a:br>
            <a:br>
              <a:rPr lang="en-US" sz="2000" dirty="0"/>
            </a:br>
            <a:r>
              <a:rPr lang="en-US" sz="4000" dirty="0">
                <a:latin typeface="Arial"/>
                <a:cs typeface="Arial"/>
              </a:rPr>
              <a:t>Aesthetics</a:t>
            </a:r>
            <a:br>
              <a:rPr lang="en-US" sz="2000" dirty="0">
                <a:latin typeface="Arial"/>
                <a:cs typeface="Arial"/>
              </a:rPr>
            </a:br>
            <a:br>
              <a:rPr lang="en-US" sz="2000" dirty="0"/>
            </a:br>
            <a:r>
              <a:rPr lang="en-US" sz="22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B84B63D6-6B6F-6998-54D5-B8E313115FC6}"/>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5F570E77-EC0E-7FF6-387C-B3183E795F8B}"/>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1800" dirty="0">
                <a:solidFill>
                  <a:srgbClr val="F2F2F2"/>
                </a:solidFill>
                <a:latin typeface="Arial"/>
                <a:cs typeface="Arial"/>
              </a:rPr>
              <a:t>Cole Chapter 5     </a:t>
            </a:r>
            <a:r>
              <a:rPr lang="en-US" sz="2100" dirty="0">
                <a:solidFill>
                  <a:srgbClr val="F2F2F2"/>
                </a:solidFill>
                <a:latin typeface="Arial"/>
                <a:cs typeface="Arial"/>
              </a:rPr>
              <a:t>                 </a:t>
            </a:r>
            <a:endParaRPr lang="en-US" sz="2100" dirty="0"/>
          </a:p>
        </p:txBody>
      </p:sp>
    </p:spTree>
    <p:extLst>
      <p:ext uri="{BB962C8B-B14F-4D97-AF65-F5344CB8AC3E}">
        <p14:creationId xmlns:p14="http://schemas.microsoft.com/office/powerpoint/2010/main" val="14713171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8523D-829A-7AD0-EA7D-6EDC4721354C}"/>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190F7671-687F-281A-333E-0A5795A6ED46}"/>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14307109-1A50-BF3E-56B5-088220BD8A68}"/>
              </a:ext>
            </a:extLst>
          </p:cNvPr>
          <p:cNvSpPr>
            <a:spLocks noGrp="1"/>
          </p:cNvSpPr>
          <p:nvPr>
            <p:ph type="sldNum" sz="quarter" idx="16"/>
          </p:nvPr>
        </p:nvSpPr>
        <p:spPr/>
        <p:txBody>
          <a:bodyPr/>
          <a:lstStyle/>
          <a:p>
            <a:fld id="{5E0677F5-4A8A-4BF1-96BE-3BAE8FBAFE2E}" type="slidenum">
              <a:rPr lang="en-US" dirty="0"/>
              <a:t>12</a:t>
            </a:fld>
            <a:endParaRPr lang="en-US"/>
          </a:p>
        </p:txBody>
      </p:sp>
      <p:sp>
        <p:nvSpPr>
          <p:cNvPr id="7" name="TextBox 6">
            <a:extLst>
              <a:ext uri="{FF2B5EF4-FFF2-40B4-BE49-F238E27FC236}">
                <a16:creationId xmlns:a16="http://schemas.microsoft.com/office/drawing/2014/main" id="{72754AE0-F5E7-9203-C826-DD754ABB530C}"/>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t>/13</a:t>
            </a:r>
          </a:p>
        </p:txBody>
      </p:sp>
      <p:sp>
        <p:nvSpPr>
          <p:cNvPr id="6" name="Title 1">
            <a:extLst>
              <a:ext uri="{FF2B5EF4-FFF2-40B4-BE49-F238E27FC236}">
                <a16:creationId xmlns:a16="http://schemas.microsoft.com/office/drawing/2014/main" id="{330C95C2-C628-EFDD-762D-8EFD41F79DE8}"/>
              </a:ext>
            </a:extLst>
          </p:cNvPr>
          <p:cNvSpPr>
            <a:spLocks noGrp="1"/>
          </p:cNvSpPr>
          <p:nvPr>
            <p:ph type="title"/>
          </p:nvPr>
        </p:nvSpPr>
        <p:spPr>
          <a:xfrm>
            <a:off x="93892" y="770074"/>
            <a:ext cx="2397638" cy="2096814"/>
          </a:xfrm>
        </p:spPr>
        <p:txBody>
          <a:bodyPr>
            <a:normAutofit fontScale="90000"/>
          </a:bodyPr>
          <a:lstStyle/>
          <a:p>
            <a:r>
              <a:rPr lang="en-US" sz="2200" dirty="0">
                <a:latin typeface="Arial"/>
                <a:cs typeface="Arial"/>
              </a:rPr>
              <a:t>Affordances</a:t>
            </a:r>
            <a:br>
              <a:rPr lang="en-US" sz="2200" dirty="0">
                <a:latin typeface="Arial"/>
                <a:cs typeface="Arial"/>
              </a:rPr>
            </a:br>
            <a:br>
              <a:rPr lang="en-US" sz="2200" dirty="0">
                <a:latin typeface="Arial"/>
                <a:cs typeface="Arial"/>
              </a:rPr>
            </a:br>
            <a:r>
              <a:rPr lang="en-US" sz="2200" dirty="0">
                <a:latin typeface="Arial"/>
                <a:cs typeface="Arial"/>
              </a:rPr>
              <a:t>Accessibility</a:t>
            </a:r>
            <a:br>
              <a:rPr lang="en-US" sz="2000" dirty="0">
                <a:latin typeface="Arial"/>
                <a:cs typeface="Arial"/>
              </a:rPr>
            </a:br>
            <a:br>
              <a:rPr lang="en-US" sz="2000" dirty="0"/>
            </a:br>
            <a:r>
              <a:rPr lang="en-US" sz="4000" dirty="0">
                <a:latin typeface="Arial"/>
                <a:cs typeface="Arial"/>
              </a:rPr>
              <a:t>Aesthetics</a:t>
            </a:r>
            <a:br>
              <a:rPr lang="en-US" sz="2000" dirty="0">
                <a:latin typeface="Arial"/>
                <a:cs typeface="Arial"/>
              </a:rPr>
            </a:br>
            <a:br>
              <a:rPr lang="en-US" sz="2000" dirty="0"/>
            </a:br>
            <a:r>
              <a:rPr lang="en-US" sz="2200" dirty="0">
                <a:latin typeface="Arial"/>
                <a:cs typeface="Arial"/>
              </a:rPr>
              <a:t>Acceptance</a:t>
            </a:r>
            <a:br>
              <a:rPr lang="en-US" dirty="0"/>
            </a:br>
            <a:endParaRPr lang="en-US" dirty="0"/>
          </a:p>
        </p:txBody>
      </p:sp>
      <p:sp>
        <p:nvSpPr>
          <p:cNvPr id="8" name="TextBox 7">
            <a:extLst>
              <a:ext uri="{FF2B5EF4-FFF2-40B4-BE49-F238E27FC236}">
                <a16:creationId xmlns:a16="http://schemas.microsoft.com/office/drawing/2014/main" id="{6E48EE5D-A947-753C-4BBF-9FE5AAB12854}"/>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5BD37BBB-298E-6835-A29D-CEE7EC564FDB}"/>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1800" dirty="0">
                <a:solidFill>
                  <a:srgbClr val="F2F2F2"/>
                </a:solidFill>
                <a:latin typeface="Arial"/>
                <a:cs typeface="Arial"/>
              </a:rPr>
              <a:t>Cole Chapter 5                      </a:t>
            </a:r>
            <a:endParaRPr lang="en-US" sz="1800" dirty="0"/>
          </a:p>
        </p:txBody>
      </p:sp>
      <p:pic>
        <p:nvPicPr>
          <p:cNvPr id="11" name="Picture 10">
            <a:extLst>
              <a:ext uri="{FF2B5EF4-FFF2-40B4-BE49-F238E27FC236}">
                <a16:creationId xmlns:a16="http://schemas.microsoft.com/office/drawing/2014/main" id="{91C8179E-972B-F6A1-5D5D-6DB2B7596E52}"/>
              </a:ext>
            </a:extLst>
          </p:cNvPr>
          <p:cNvPicPr>
            <a:picLocks noChangeAspect="1"/>
          </p:cNvPicPr>
          <p:nvPr/>
        </p:nvPicPr>
        <p:blipFill>
          <a:blip r:embed="rId3"/>
          <a:stretch>
            <a:fillRect/>
          </a:stretch>
        </p:blipFill>
        <p:spPr>
          <a:xfrm>
            <a:off x="2217292" y="2801923"/>
            <a:ext cx="4976406" cy="3845963"/>
          </a:xfrm>
          <a:prstGeom prst="rect">
            <a:avLst/>
          </a:prstGeom>
        </p:spPr>
      </p:pic>
      <p:pic>
        <p:nvPicPr>
          <p:cNvPr id="12" name="Picture 11">
            <a:extLst>
              <a:ext uri="{FF2B5EF4-FFF2-40B4-BE49-F238E27FC236}">
                <a16:creationId xmlns:a16="http://schemas.microsoft.com/office/drawing/2014/main" id="{B8CEDFB9-3F3F-E7D1-44C5-D5809AD423C3}"/>
              </a:ext>
            </a:extLst>
          </p:cNvPr>
          <p:cNvPicPr>
            <a:picLocks noChangeAspect="1"/>
          </p:cNvPicPr>
          <p:nvPr/>
        </p:nvPicPr>
        <p:blipFill>
          <a:blip r:embed="rId4"/>
          <a:stretch>
            <a:fillRect/>
          </a:stretch>
        </p:blipFill>
        <p:spPr>
          <a:xfrm>
            <a:off x="7550092" y="2801923"/>
            <a:ext cx="4355706" cy="3844004"/>
          </a:xfrm>
          <a:prstGeom prst="rect">
            <a:avLst/>
          </a:prstGeom>
        </p:spPr>
      </p:pic>
    </p:spTree>
    <p:extLst>
      <p:ext uri="{BB962C8B-B14F-4D97-AF65-F5344CB8AC3E}">
        <p14:creationId xmlns:p14="http://schemas.microsoft.com/office/powerpoint/2010/main" val="29740704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365BE-FE8D-9BB2-06AE-0814E06A29C1}"/>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753DBC86-BEC2-55C8-6DF5-62694F052C63}"/>
              </a:ext>
            </a:extLst>
          </p:cNvPr>
          <p:cNvSpPr>
            <a:spLocks noGrp="1"/>
          </p:cNvSpPr>
          <p:nvPr>
            <p:ph type="dt" sz="half" idx="14"/>
          </p:nvPr>
        </p:nvSpPr>
        <p:spPr/>
        <p:txBody>
          <a:bodyPr/>
          <a:lstStyle/>
          <a:p>
            <a:fld id="{5EC926B4-4344-4B16-B7A4-2D405F7C8DB5}" type="datetime1">
              <a:rPr/>
              <a:t>10/7/26</a:t>
            </a:fld>
            <a:endParaRPr lang="en-US" dirty="0"/>
          </a:p>
        </p:txBody>
      </p:sp>
      <p:sp>
        <p:nvSpPr>
          <p:cNvPr id="4" name="Slide Number Placeholder 3">
            <a:extLst>
              <a:ext uri="{FF2B5EF4-FFF2-40B4-BE49-F238E27FC236}">
                <a16:creationId xmlns:a16="http://schemas.microsoft.com/office/drawing/2014/main" id="{D9582867-F04F-ECD8-9371-11BF6F2AC7EB}"/>
              </a:ext>
            </a:extLst>
          </p:cNvPr>
          <p:cNvSpPr>
            <a:spLocks noGrp="1"/>
          </p:cNvSpPr>
          <p:nvPr>
            <p:ph type="sldNum" sz="quarter" idx="16"/>
          </p:nvPr>
        </p:nvSpPr>
        <p:spPr/>
        <p:txBody>
          <a:bodyPr/>
          <a:lstStyle/>
          <a:p>
            <a:fld id="{5E0677F5-4A8A-4BF1-96BE-3BAE8FBAFE2E}" type="slidenum">
              <a:rPr lang="en-US" dirty="0"/>
              <a:t>13</a:t>
            </a:fld>
            <a:endParaRPr lang="en-US"/>
          </a:p>
        </p:txBody>
      </p:sp>
      <p:sp>
        <p:nvSpPr>
          <p:cNvPr id="5" name="Content Placeholder 4">
            <a:extLst>
              <a:ext uri="{FF2B5EF4-FFF2-40B4-BE49-F238E27FC236}">
                <a16:creationId xmlns:a16="http://schemas.microsoft.com/office/drawing/2014/main" id="{06A30408-8EFF-AEAC-3AAB-5DE666B5CD72}"/>
              </a:ext>
            </a:extLst>
          </p:cNvPr>
          <p:cNvSpPr>
            <a:spLocks noGrp="1"/>
          </p:cNvSpPr>
          <p:nvPr>
            <p:ph sz="quarter" idx="13"/>
          </p:nvPr>
        </p:nvSpPr>
        <p:spPr>
          <a:xfrm>
            <a:off x="3917659" y="1082180"/>
            <a:ext cx="7988139" cy="5714379"/>
          </a:xfrm>
        </p:spPr>
        <p:txBody>
          <a:bodyPr>
            <a:normAutofit lnSpcReduction="10000"/>
          </a:bodyPr>
          <a:lstStyle/>
          <a:p>
            <a:r>
              <a:rPr lang="en-US" sz="2000" dirty="0"/>
              <a:t>What if your audience is not accepting your design?</a:t>
            </a:r>
          </a:p>
          <a:p>
            <a:endParaRPr lang="en-US" sz="2000" dirty="0"/>
          </a:p>
          <a:p>
            <a:pPr marL="342900" indent="-342900">
              <a:buFont typeface="Arial" panose="020B0604020202020204" pitchFamily="34" charset="0"/>
              <a:buChar char="•"/>
            </a:pPr>
            <a:r>
              <a:rPr lang="en-US" sz="2000" dirty="0"/>
              <a:t>Articulate the benefits</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Side-by-side</a:t>
            </a:r>
          </a:p>
          <a:p>
            <a:endParaRPr lang="en-US" sz="2000" dirty="0"/>
          </a:p>
          <a:p>
            <a:pPr marL="342900" indent="-342900">
              <a:buFont typeface="Arial" panose="020B0604020202020204" pitchFamily="34" charset="0"/>
              <a:buChar char="•"/>
            </a:pPr>
            <a:r>
              <a:rPr lang="en-US" sz="2000" dirty="0"/>
              <a:t>Provide options and seek input</a:t>
            </a:r>
          </a:p>
          <a:p>
            <a:pPr marL="342900" indent="-342900">
              <a:buFont typeface="Arial" panose="020B0604020202020204" pitchFamily="34" charset="0"/>
              <a:buChar char="•"/>
            </a:pPr>
            <a:endParaRPr lang="en-US" sz="2000" dirty="0"/>
          </a:p>
          <a:p>
            <a:pPr marL="342900" indent="-342900">
              <a:buFont typeface="Arial" panose="020B0604020202020204" pitchFamily="34" charset="0"/>
              <a:buChar char="•"/>
            </a:pPr>
            <a:r>
              <a:rPr lang="en-US" sz="2000" dirty="0"/>
              <a:t>Get a vocal member of the audience to back you up</a:t>
            </a:r>
          </a:p>
          <a:p>
            <a:endParaRPr lang="en-US" sz="2000" dirty="0"/>
          </a:p>
          <a:p>
            <a:pPr marL="342900" indent="-342900">
              <a:buFont typeface="Arial" panose="020B0604020202020204" pitchFamily="34" charset="0"/>
              <a:buChar char="•"/>
            </a:pPr>
            <a:r>
              <a:rPr lang="en-US" sz="2000" dirty="0"/>
              <a:t>Find the root of the problem:  </a:t>
            </a:r>
          </a:p>
          <a:p>
            <a:pPr lvl="2"/>
            <a:r>
              <a:rPr lang="en-US" sz="2000" dirty="0"/>
              <a:t>		real issue or resistance to change?</a:t>
            </a:r>
          </a:p>
          <a:p>
            <a:endParaRPr lang="en-US" dirty="0"/>
          </a:p>
          <a:p>
            <a:endParaRPr lang="en-US" sz="2000" dirty="0"/>
          </a:p>
          <a:p>
            <a:endParaRPr lang="en-US" dirty="0"/>
          </a:p>
          <a:p>
            <a:endParaRPr lang="en-US" dirty="0"/>
          </a:p>
          <a:p>
            <a:pPr marL="285750" indent="-285750">
              <a:buFont typeface="Arial" panose="020B0604020202020204" pitchFamily="34" charset="0"/>
              <a:buChar char="•"/>
            </a:pPr>
            <a:endParaRPr lang="en-US" dirty="0"/>
          </a:p>
        </p:txBody>
      </p:sp>
      <p:sp>
        <p:nvSpPr>
          <p:cNvPr id="7" name="TextBox 6">
            <a:extLst>
              <a:ext uri="{FF2B5EF4-FFF2-40B4-BE49-F238E27FC236}">
                <a16:creationId xmlns:a16="http://schemas.microsoft.com/office/drawing/2014/main" id="{E146BB0C-9C8B-5B2C-FD5D-FFB2D6B6E756}"/>
              </a:ext>
            </a:extLst>
          </p:cNvPr>
          <p:cNvSpPr txBox="1"/>
          <p:nvPr/>
        </p:nvSpPr>
        <p:spPr>
          <a:xfrm>
            <a:off x="11720079" y="270742"/>
            <a:ext cx="357908"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a:t>/13</a:t>
            </a:r>
            <a:endParaRPr lang="en-US" sz="1000" dirty="0"/>
          </a:p>
        </p:txBody>
      </p:sp>
      <p:sp>
        <p:nvSpPr>
          <p:cNvPr id="8" name="TextBox 7">
            <a:extLst>
              <a:ext uri="{FF2B5EF4-FFF2-40B4-BE49-F238E27FC236}">
                <a16:creationId xmlns:a16="http://schemas.microsoft.com/office/drawing/2014/main" id="{4BD671C5-2FD9-63EF-02A0-ADBBD8E2A251}"/>
              </a:ext>
            </a:extLst>
          </p:cNvPr>
          <p:cNvSpPr txBox="1"/>
          <p:nvPr/>
        </p:nvSpPr>
        <p:spPr>
          <a:xfrm>
            <a:off x="164756" y="15914"/>
            <a:ext cx="1710444" cy="682273"/>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9" name="Title 1">
            <a:extLst>
              <a:ext uri="{FF2B5EF4-FFF2-40B4-BE49-F238E27FC236}">
                <a16:creationId xmlns:a16="http://schemas.microsoft.com/office/drawing/2014/main" id="{9204BE3F-A5C7-0CED-2008-FC59F8091FA3}"/>
              </a:ext>
            </a:extLst>
          </p:cNvPr>
          <p:cNvSpPr txBox="1">
            <a:spLocks/>
          </p:cNvSpPr>
          <p:nvPr/>
        </p:nvSpPr>
        <p:spPr>
          <a:xfrm>
            <a:off x="6385330" y="222569"/>
            <a:ext cx="4230023" cy="486227"/>
          </a:xfrm>
          <a:prstGeom prst="rect">
            <a:avLst/>
          </a:prstGeom>
        </p:spPr>
        <p:txBody>
          <a:bodyPr vert="horz" lIns="91440" tIns="45720" rIns="91440" bIns="45720" rtlCol="0" anchor="t">
            <a:normAutofit fontScale="97500" lnSpcReduction="10000"/>
          </a:bodyPr>
          <a:lstStyle>
            <a:lvl1pPr algn="l" defTabSz="914400" rtl="0" eaLnBrk="1" latinLnBrk="0" hangingPunct="1">
              <a:lnSpc>
                <a:spcPct val="85000"/>
              </a:lnSpc>
              <a:spcBef>
                <a:spcPct val="0"/>
              </a:spcBef>
              <a:buNone/>
              <a:defRPr lang="en-US" sz="2800" b="0" kern="1200" spc="0" baseline="0" dirty="0">
                <a:solidFill>
                  <a:schemeClr val="tx1"/>
                </a:solidFill>
                <a:latin typeface="+mj-lt"/>
                <a:ea typeface="+mj-ea"/>
                <a:cs typeface="+mj-cs"/>
              </a:defRPr>
            </a:lvl1pPr>
          </a:lstStyle>
          <a:p>
            <a:r>
              <a:rPr lang="en-US" sz="3200" dirty="0">
                <a:solidFill>
                  <a:srgbClr val="F2F2F2"/>
                </a:solidFill>
                <a:latin typeface="Arial"/>
                <a:cs typeface="Arial"/>
              </a:rPr>
              <a:t>      </a:t>
            </a:r>
            <a:r>
              <a:rPr lang="en-US" sz="1800" dirty="0">
                <a:solidFill>
                  <a:srgbClr val="F2F2F2"/>
                </a:solidFill>
                <a:latin typeface="Arial"/>
                <a:cs typeface="Arial"/>
              </a:rPr>
              <a:t>Cole Chapter 5     </a:t>
            </a:r>
            <a:r>
              <a:rPr lang="en-US" sz="2100" dirty="0">
                <a:solidFill>
                  <a:srgbClr val="F2F2F2"/>
                </a:solidFill>
                <a:latin typeface="Arial"/>
                <a:cs typeface="Arial"/>
              </a:rPr>
              <a:t>                 </a:t>
            </a:r>
            <a:endParaRPr lang="en-US" sz="2100" dirty="0"/>
          </a:p>
        </p:txBody>
      </p:sp>
      <p:sp>
        <p:nvSpPr>
          <p:cNvPr id="12" name="Title 1">
            <a:extLst>
              <a:ext uri="{FF2B5EF4-FFF2-40B4-BE49-F238E27FC236}">
                <a16:creationId xmlns:a16="http://schemas.microsoft.com/office/drawing/2014/main" id="{5AF91EBF-3061-C3CB-A62E-C79212EEEFEE}"/>
              </a:ext>
            </a:extLst>
          </p:cNvPr>
          <p:cNvSpPr>
            <a:spLocks noGrp="1"/>
          </p:cNvSpPr>
          <p:nvPr>
            <p:ph type="title"/>
          </p:nvPr>
        </p:nvSpPr>
        <p:spPr>
          <a:xfrm>
            <a:off x="164756" y="770074"/>
            <a:ext cx="2939186" cy="2096814"/>
          </a:xfrm>
        </p:spPr>
        <p:txBody>
          <a:bodyPr>
            <a:normAutofit fontScale="90000"/>
          </a:bodyPr>
          <a:lstStyle/>
          <a:p>
            <a:r>
              <a:rPr lang="en-US" sz="2200" dirty="0">
                <a:latin typeface="Arial"/>
                <a:cs typeface="Arial"/>
              </a:rPr>
              <a:t>Affordances</a:t>
            </a:r>
            <a:br>
              <a:rPr lang="en-US" sz="2200" dirty="0">
                <a:latin typeface="Arial"/>
                <a:cs typeface="Arial"/>
              </a:rPr>
            </a:br>
            <a:br>
              <a:rPr lang="en-US" sz="2200" dirty="0">
                <a:latin typeface="Arial"/>
                <a:cs typeface="Arial"/>
              </a:rPr>
            </a:br>
            <a:r>
              <a:rPr lang="en-US" sz="2200" dirty="0">
                <a:latin typeface="Arial"/>
                <a:cs typeface="Arial"/>
              </a:rPr>
              <a:t>Accessibility</a:t>
            </a:r>
            <a:br>
              <a:rPr lang="en-US" sz="2000" dirty="0">
                <a:latin typeface="Arial"/>
                <a:cs typeface="Arial"/>
              </a:rPr>
            </a:br>
            <a:br>
              <a:rPr lang="en-US" sz="2000" dirty="0"/>
            </a:br>
            <a:r>
              <a:rPr lang="en-US" sz="2200" dirty="0">
                <a:latin typeface="Arial"/>
                <a:cs typeface="Arial"/>
              </a:rPr>
              <a:t>Aesthetics</a:t>
            </a:r>
            <a:br>
              <a:rPr lang="en-US" sz="2000" dirty="0">
                <a:latin typeface="Arial"/>
                <a:cs typeface="Arial"/>
              </a:rPr>
            </a:br>
            <a:br>
              <a:rPr lang="en-US" sz="2000" dirty="0"/>
            </a:br>
            <a:r>
              <a:rPr lang="en-US" sz="4000" dirty="0">
                <a:latin typeface="Arial"/>
                <a:cs typeface="Arial"/>
              </a:rPr>
              <a:t>Acceptance</a:t>
            </a:r>
            <a:br>
              <a:rPr lang="en-US" dirty="0"/>
            </a:br>
            <a:endParaRPr lang="en-US" dirty="0"/>
          </a:p>
        </p:txBody>
      </p:sp>
    </p:spTree>
    <p:extLst>
      <p:ext uri="{BB962C8B-B14F-4D97-AF65-F5344CB8AC3E}">
        <p14:creationId xmlns:p14="http://schemas.microsoft.com/office/powerpoint/2010/main" val="4048895218"/>
      </p:ext>
    </p:extLst>
  </p:cSld>
  <p:clrMapOvr>
    <a:masterClrMapping/>
  </p:clrMapOvr>
</p:sld>
</file>

<file path=ppt/theme/theme1.xml><?xml version="1.0" encoding="utf-8"?>
<a:theme xmlns:a="http://schemas.openxmlformats.org/drawingml/2006/main" name="Dark gradient">
  <a:themeElements>
    <a:clrScheme name="Dark gradient">
      <a:dk1>
        <a:sysClr val="windowText" lastClr="000000"/>
      </a:dk1>
      <a:lt1>
        <a:sysClr val="window" lastClr="FFFFFF"/>
      </a:lt1>
      <a:dk2>
        <a:srgbClr val="0B0C12"/>
      </a:dk2>
      <a:lt2>
        <a:srgbClr val="ECF0FB"/>
      </a:lt2>
      <a:accent1>
        <a:srgbClr val="4970FF"/>
      </a:accent1>
      <a:accent2>
        <a:srgbClr val="712ED5"/>
      </a:accent2>
      <a:accent3>
        <a:srgbClr val="00C4B6"/>
      </a:accent3>
      <a:accent4>
        <a:srgbClr val="3633D1"/>
      </a:accent4>
      <a:accent5>
        <a:srgbClr val="4AB1FE"/>
      </a:accent5>
      <a:accent6>
        <a:srgbClr val="9E2FD5"/>
      </a:accent6>
      <a:hlink>
        <a:srgbClr val="4970FF"/>
      </a:hlink>
      <a:folHlink>
        <a:srgbClr val="8E24FF"/>
      </a:folHlink>
    </a:clrScheme>
    <a:fontScheme name="Dark gradient">
      <a:majorFont>
        <a:latin typeface="Arial Nova Light"/>
        <a:ea typeface=""/>
        <a:cs typeface=""/>
      </a:majorFont>
      <a:minorFont>
        <a:latin typeface="Arial Nova Light"/>
        <a:ea typeface=""/>
        <a:cs typeface=""/>
      </a:minorFont>
    </a:fontScheme>
    <a:fmtScheme name="Dark gradient">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rk gradient" id="{6C0E157E-BBF9-45FB-91B2-9EEA263F6260}" vid="{4AA688F4-4384-4824-9BC0-914EFB7BEE9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101</TotalTime>
  <Words>764</Words>
  <Application>Microsoft Macintosh PowerPoint</Application>
  <PresentationFormat>Widescreen</PresentationFormat>
  <Paragraphs>146</Paragraphs>
  <Slides>13</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Arial</vt:lpstr>
      <vt:lpstr>Arial Nova Light</vt:lpstr>
      <vt:lpstr>Dark gradient</vt:lpstr>
      <vt:lpstr>PowerPoint Presentation</vt:lpstr>
      <vt:lpstr>      Cole Chapter 5                  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lpstr>Affordances  Accessibility  Aesthetics  Acceptance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Ouspenskaia, Alissa I</cp:lastModifiedBy>
  <cp:revision>17</cp:revision>
  <dcterms:created xsi:type="dcterms:W3CDTF">2026-10-06T20:59:02Z</dcterms:created>
  <dcterms:modified xsi:type="dcterms:W3CDTF">2026-10-07T20:41:07Z</dcterms:modified>
</cp:coreProperties>
</file>