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95"/>
  </p:normalViewPr>
  <p:slideViewPr>
    <p:cSldViewPr snapToGrid="0">
      <p:cViewPr varScale="1">
        <p:scale>
          <a:sx n="120" d="100"/>
          <a:sy n="120" d="100"/>
        </p:scale>
        <p:origin x="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E65DC-33A6-932F-71DE-BBC9AF6CB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897E3A-5F72-6305-16F5-8FE8C0FF5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57BA5-A4DA-E13D-93EA-639E3987F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AA719-FAC9-244E-8EEF-93A2BB20CE1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80DBA-BB67-93B5-2FBA-064D45F68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5E57A-B1EA-B331-BB98-5FE425786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4968-E70B-734C-8542-489D3543E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008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909B1-6168-6050-5EC3-D78653D1E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A9A5B-6987-1879-82C8-32473229D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7DA3E-8FC4-788B-6710-DCCD1687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AA719-FAC9-244E-8EEF-93A2BB20CE1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8843-28A6-E707-5E9C-2680DEB6B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66A8F-0E31-2A4C-F256-D16E59BB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4968-E70B-734C-8542-489D3543E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7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E9512-F3DC-24C4-6C65-459922509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62FE8-2DFB-E90B-9DA2-F670C24AB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DA899-9F68-E8E8-F997-5EE83F6BF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AA719-FAC9-244E-8EEF-93A2BB20CE1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17A95-376B-30AA-459C-E251BB710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4A338-0001-E99F-AC6A-1C1EEC0A9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4968-E70B-734C-8542-489D3543E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491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53816-731F-C069-3F62-16F0B99D6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08CD0-A73E-9F7F-0799-176AC20617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8B66F-41FF-6511-F313-9A89FB5F8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E13C52-FD22-1CF3-5476-8E3138387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AA719-FAC9-244E-8EEF-93A2BB20CE1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AA46D9-70FC-E13A-6A87-EE9B0DBA6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847F9-089B-05AE-A869-1E336A321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4968-E70B-734C-8542-489D3543E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74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FA9AE-8909-A04A-D52F-14D78CAFC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8A788-1EE6-B092-7C57-26BF7AE8A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230588-7085-A519-8F7D-0EB0757C3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C00704-E31E-50C4-83D5-87ADE82C9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437347-88A2-AD3A-6464-043CF35BD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AC4F34-D9D2-1722-9857-B38DA6319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AA719-FAC9-244E-8EEF-93A2BB20CE1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DDD199-6977-6EA3-2DAB-D91584926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D7B659-D142-549B-A305-680F0FAFA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4968-E70B-734C-8542-489D3543E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630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865F9-0193-E359-4281-F6AA0E7B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358F41-C8DD-CC9F-6450-6544B32EB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AA719-FAC9-244E-8EEF-93A2BB20CE1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08264-B0C0-9DA3-B38D-67B9328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CD7974-A92D-AC36-6393-7C1AC0B65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4968-E70B-734C-8542-489D3543E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354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D1F9FD-98ED-E8D4-C709-3D21810B5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AA719-FAC9-244E-8EEF-93A2BB20CE1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FA8A08-3F43-9EF8-B8D8-D82291E36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B37B5-2893-4C1B-F96B-217DCD54D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4968-E70B-734C-8542-489D3543E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091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86D7F-E8E2-9D0E-9BEB-82D270951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712C8-61C8-DCF1-56AA-3954E6EF7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A360C-0664-7CE8-0228-C781AD3DD6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25F05-C9A7-A35B-95DD-021C6C03A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AA719-FAC9-244E-8EEF-93A2BB20CE1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61191-5CAF-D00D-21F0-7DEDBA94D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919F3-45D3-517D-9335-0AED7CBF0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4968-E70B-734C-8542-489D3543E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8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8CE4A-E4FB-8BF1-9405-98D117FBA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FD6537-2781-87DB-F7CE-9F4726AECC2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56FF69-FDAC-E7CB-04AA-18BB1D8AB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E1850-82A6-EA26-E9DE-700808E71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AA719-FAC9-244E-8EEF-93A2BB20CE1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2238D-D956-647D-1C5A-B7FD7812F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4506D-8650-9159-AD3C-69D489E83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4968-E70B-734C-8542-489D3543E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51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0C5F3-A87C-84C8-9732-4A8668D1B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572C1-AD9D-C2DD-272F-2D23E6571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BD8A9-067C-390F-4C75-B4A8B635E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AA719-FAC9-244E-8EEF-93A2BB20CE1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7A4AC-0123-ABEB-A389-78B51E854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90ED9-3D78-4A82-534F-DF5CBE165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4968-E70B-734C-8542-489D3543E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7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29D3DA-5526-CBD9-D3A2-1BAEFFEBEF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66064-3915-3CDD-4467-8030C1C2C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553C5-6118-15CE-23E9-63F1C8B2C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AA719-FAC9-244E-8EEF-93A2BB20CE1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528AE-E5E0-500A-D5E1-B740210AF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ABD9D-C677-2154-ED28-C9487F41A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4968-E70B-734C-8542-489D3543E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16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9A192C-84FE-023C-6A5C-FFD6BE52D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08D04-AFC6-A56D-3D10-BB39DC7F4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EE613-4C4F-EB64-4066-F491FAD6EF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AA719-FAC9-244E-8EEF-93A2BB20CE1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6F27F-C40D-5755-1450-7F936344B9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B9B16-27E2-F91E-A9CA-EB1EB9E95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DA4968-E70B-734C-8542-489D3543E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730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16824-D809-085F-7DD5-4B64228AA3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535A1-787F-3335-3D45-816D9567DB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847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Ouspenskaia, Alissa I</dc:creator>
  <cp:lastModifiedBy>Ouspenskaia, Alissa I</cp:lastModifiedBy>
  <cp:revision>1</cp:revision>
  <dcterms:created xsi:type="dcterms:W3CDTF">2026-10-06T19:40:30Z</dcterms:created>
  <dcterms:modified xsi:type="dcterms:W3CDTF">2026-10-06T19:49:35Z</dcterms:modified>
</cp:coreProperties>
</file>